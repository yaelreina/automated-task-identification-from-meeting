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6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66" r:id="rId6"/>
    <p:sldId id="263" r:id="rId7"/>
    <p:sldId id="259" r:id="rId8"/>
    <p:sldId id="260" r:id="rId9"/>
    <p:sldId id="264" r:id="rId10"/>
    <p:sldId id="261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57BF8-5E0E-410E-B6DC-7794E21A2643}" v="68" dt="2025-12-31T12:25:09.169"/>
  </p1510:revLst>
</p1510:revInfo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2833802-FEF1-4C79-8D5D-14CF1EAF98D9}" styleName="סגנון בהיר 2 - הדגשה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A107856-5554-42FB-B03E-39F5DBC370BA}" styleName="סגנון ביניים 4 - הדגשה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סגנון ערכת נושא 1 - הדגשה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סגנון ביניים 2 - הדגשה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2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406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m Meir Weinberg" userId="228ed79c-1493-46ec-ad5e-0eaf11f72248" providerId="ADAL" clId="{2F826B1B-C1BE-4359-B99C-C8053E0B2FEB}"/>
    <pc:docChg chg="undo custSel addSld delSld modSld sldOrd">
      <pc:chgData name="Chaim Meir Weinberg" userId="228ed79c-1493-46ec-ad5e-0eaf11f72248" providerId="ADAL" clId="{2F826B1B-C1BE-4359-B99C-C8053E0B2FEB}" dt="2025-12-31T13:46:07.727" v="1218" actId="2711"/>
      <pc:docMkLst>
        <pc:docMk/>
      </pc:docMkLst>
      <pc:sldChg chg="modSp mod modAnim">
        <pc:chgData name="Chaim Meir Weinberg" userId="228ed79c-1493-46ec-ad5e-0eaf11f72248" providerId="ADAL" clId="{2F826B1B-C1BE-4359-B99C-C8053E0B2FEB}" dt="2025-12-30T21:37:49.109" v="955" actId="20577"/>
        <pc:sldMkLst>
          <pc:docMk/>
          <pc:sldMk cId="150723876" sldId="256"/>
        </pc:sldMkLst>
        <pc:spChg chg="mod">
          <ac:chgData name="Chaim Meir Weinberg" userId="228ed79c-1493-46ec-ad5e-0eaf11f72248" providerId="ADAL" clId="{2F826B1B-C1BE-4359-B99C-C8053E0B2FEB}" dt="2025-12-30T21:37:46.818" v="954" actId="20577"/>
          <ac:spMkLst>
            <pc:docMk/>
            <pc:sldMk cId="150723876" sldId="256"/>
            <ac:spMk id="2" creationId="{8941C112-DB8F-D35D-3A18-5355FBBAC094}"/>
          </ac:spMkLst>
        </pc:spChg>
        <pc:spChg chg="mod">
          <ac:chgData name="Chaim Meir Weinberg" userId="228ed79c-1493-46ec-ad5e-0eaf11f72248" providerId="ADAL" clId="{2F826B1B-C1BE-4359-B99C-C8053E0B2FEB}" dt="2025-12-30T21:37:49.109" v="955" actId="20577"/>
          <ac:spMkLst>
            <pc:docMk/>
            <pc:sldMk cId="150723876" sldId="256"/>
            <ac:spMk id="3" creationId="{CDBDA89F-6508-9236-E00F-C6BB600CD042}"/>
          </ac:spMkLst>
        </pc:spChg>
      </pc:sldChg>
      <pc:sldChg chg="addSp delSp modSp mod">
        <pc:chgData name="Chaim Meir Weinberg" userId="228ed79c-1493-46ec-ad5e-0eaf11f72248" providerId="ADAL" clId="{2F826B1B-C1BE-4359-B99C-C8053E0B2FEB}" dt="2025-12-30T22:58:46.922" v="1196" actId="20577"/>
        <pc:sldMkLst>
          <pc:docMk/>
          <pc:sldMk cId="341239882" sldId="257"/>
        </pc:sldMkLst>
        <pc:spChg chg="mod">
          <ac:chgData name="Chaim Meir Weinberg" userId="228ed79c-1493-46ec-ad5e-0eaf11f72248" providerId="ADAL" clId="{2F826B1B-C1BE-4359-B99C-C8053E0B2FEB}" dt="2025-12-30T20:51:39.311" v="766" actId="1076"/>
          <ac:spMkLst>
            <pc:docMk/>
            <pc:sldMk cId="341239882" sldId="257"/>
            <ac:spMk id="2" creationId="{B414A64A-29C5-2058-772C-3C4E329C199E}"/>
          </ac:spMkLst>
        </pc:spChg>
        <pc:spChg chg="mod">
          <ac:chgData name="Chaim Meir Weinberg" userId="228ed79c-1493-46ec-ad5e-0eaf11f72248" providerId="ADAL" clId="{2F826B1B-C1BE-4359-B99C-C8053E0B2FEB}" dt="2025-12-30T22:58:46.922" v="1196" actId="20577"/>
          <ac:spMkLst>
            <pc:docMk/>
            <pc:sldMk cId="341239882" sldId="257"/>
            <ac:spMk id="3" creationId="{2B2F709F-D983-3859-2733-B6278C7A13E5}"/>
          </ac:spMkLst>
        </pc:spChg>
        <pc:picChg chg="mod">
          <ac:chgData name="Chaim Meir Weinberg" userId="228ed79c-1493-46ec-ad5e-0eaf11f72248" providerId="ADAL" clId="{2F826B1B-C1BE-4359-B99C-C8053E0B2FEB}" dt="2025-12-12T12:56:45.748" v="460" actId="1076"/>
          <ac:picMkLst>
            <pc:docMk/>
            <pc:sldMk cId="341239882" sldId="257"/>
            <ac:picMk id="4" creationId="{8487E866-3F8C-F76D-2051-13F40504CF58}"/>
          </ac:picMkLst>
        </pc:picChg>
        <pc:picChg chg="add mod">
          <ac:chgData name="Chaim Meir Weinberg" userId="228ed79c-1493-46ec-ad5e-0eaf11f72248" providerId="ADAL" clId="{2F826B1B-C1BE-4359-B99C-C8053E0B2FEB}" dt="2025-12-30T20:51:41.460" v="778" actId="1036"/>
          <ac:picMkLst>
            <pc:docMk/>
            <pc:sldMk cId="341239882" sldId="257"/>
            <ac:picMk id="6" creationId="{AD012CF3-B653-36AA-B64A-690F0D0F4FDF}"/>
          </ac:picMkLst>
        </pc:picChg>
      </pc:sldChg>
      <pc:sldChg chg="addSp delSp modSp mod">
        <pc:chgData name="Chaim Meir Weinberg" userId="228ed79c-1493-46ec-ad5e-0eaf11f72248" providerId="ADAL" clId="{2F826B1B-C1BE-4359-B99C-C8053E0B2FEB}" dt="2025-12-30T20:51:32.843" v="765" actId="1036"/>
        <pc:sldMkLst>
          <pc:docMk/>
          <pc:sldMk cId="524928468" sldId="258"/>
        </pc:sldMkLst>
        <pc:spChg chg="mod">
          <ac:chgData name="Chaim Meir Weinberg" userId="228ed79c-1493-46ec-ad5e-0eaf11f72248" providerId="ADAL" clId="{2F826B1B-C1BE-4359-B99C-C8053E0B2FEB}" dt="2025-12-30T20:51:30.154" v="750" actId="1036"/>
          <ac:spMkLst>
            <pc:docMk/>
            <pc:sldMk cId="524928468" sldId="258"/>
            <ac:spMk id="2" creationId="{AF58A30D-1BC2-6FA0-E517-8D472AB4D393}"/>
          </ac:spMkLst>
        </pc:spChg>
        <pc:graphicFrameChg chg="add mod modGraphic">
          <ac:chgData name="Chaim Meir Weinberg" userId="228ed79c-1493-46ec-ad5e-0eaf11f72248" providerId="ADAL" clId="{2F826B1B-C1BE-4359-B99C-C8053E0B2FEB}" dt="2025-12-20T23:02:41.402" v="538" actId="20577"/>
          <ac:graphicFrameMkLst>
            <pc:docMk/>
            <pc:sldMk cId="524928468" sldId="258"/>
            <ac:graphicFrameMk id="5" creationId="{1A9558A7-A15D-59AA-5A3D-DB20EE230A53}"/>
          </ac:graphicFrameMkLst>
        </pc:graphicFrameChg>
        <pc:picChg chg="mod">
          <ac:chgData name="Chaim Meir Weinberg" userId="228ed79c-1493-46ec-ad5e-0eaf11f72248" providerId="ADAL" clId="{2F826B1B-C1BE-4359-B99C-C8053E0B2FEB}" dt="2025-12-12T12:35:26.702" v="387" actId="1036"/>
          <ac:picMkLst>
            <pc:docMk/>
            <pc:sldMk cId="524928468" sldId="258"/>
            <ac:picMk id="4" creationId="{970706B7-CE37-3FBE-D01F-71073F2878E6}"/>
          </ac:picMkLst>
        </pc:picChg>
        <pc:picChg chg="add mod">
          <ac:chgData name="Chaim Meir Weinberg" userId="228ed79c-1493-46ec-ad5e-0eaf11f72248" providerId="ADAL" clId="{2F826B1B-C1BE-4359-B99C-C8053E0B2FEB}" dt="2025-12-30T20:51:32.843" v="765" actId="1036"/>
          <ac:picMkLst>
            <pc:docMk/>
            <pc:sldMk cId="524928468" sldId="258"/>
            <ac:picMk id="9" creationId="{530D1B70-E44D-6C4D-A166-1FD667A56AC3}"/>
          </ac:picMkLst>
        </pc:picChg>
      </pc:sldChg>
      <pc:sldChg chg="addSp delSp modSp add mod ord">
        <pc:chgData name="Chaim Meir Weinberg" userId="228ed79c-1493-46ec-ad5e-0eaf11f72248" providerId="ADAL" clId="{2F826B1B-C1BE-4359-B99C-C8053E0B2FEB}" dt="2025-12-30T23:06:37.688" v="1199" actId="20577"/>
        <pc:sldMkLst>
          <pc:docMk/>
          <pc:sldMk cId="469172634" sldId="259"/>
        </pc:sldMkLst>
        <pc:spChg chg="mod">
          <ac:chgData name="Chaim Meir Weinberg" userId="228ed79c-1493-46ec-ad5e-0eaf11f72248" providerId="ADAL" clId="{2F826B1B-C1BE-4359-B99C-C8053E0B2FEB}" dt="2025-12-30T20:52:00.048" v="781" actId="1076"/>
          <ac:spMkLst>
            <pc:docMk/>
            <pc:sldMk cId="469172634" sldId="259"/>
            <ac:spMk id="2" creationId="{07E1DCC9-437A-B602-2E08-3C4931D8E932}"/>
          </ac:spMkLst>
        </pc:spChg>
        <pc:spChg chg="mod">
          <ac:chgData name="Chaim Meir Weinberg" userId="228ed79c-1493-46ec-ad5e-0eaf11f72248" providerId="ADAL" clId="{2F826B1B-C1BE-4359-B99C-C8053E0B2FEB}" dt="2025-12-30T23:06:37.688" v="1199" actId="20577"/>
          <ac:spMkLst>
            <pc:docMk/>
            <pc:sldMk cId="469172634" sldId="259"/>
            <ac:spMk id="3" creationId="{E85AE609-D434-E2EF-F5D3-369F79E8BAE9}"/>
          </ac:spMkLst>
        </pc:spChg>
        <pc:picChg chg="mod">
          <ac:chgData name="Chaim Meir Weinberg" userId="228ed79c-1493-46ec-ad5e-0eaf11f72248" providerId="ADAL" clId="{2F826B1B-C1BE-4359-B99C-C8053E0B2FEB}" dt="2025-12-30T20:51:54.215" v="780" actId="1076"/>
          <ac:picMkLst>
            <pc:docMk/>
            <pc:sldMk cId="469172634" sldId="259"/>
            <ac:picMk id="4" creationId="{8BF5B7AE-ACB6-70EB-F18D-4183C32E4570}"/>
          </ac:picMkLst>
        </pc:picChg>
        <pc:picChg chg="del">
          <ac:chgData name="Chaim Meir Weinberg" userId="228ed79c-1493-46ec-ad5e-0eaf11f72248" providerId="ADAL" clId="{2F826B1B-C1BE-4359-B99C-C8053E0B2FEB}" dt="2025-12-30T20:43:10.543" v="607" actId="478"/>
          <ac:picMkLst>
            <pc:docMk/>
            <pc:sldMk cId="469172634" sldId="259"/>
            <ac:picMk id="6" creationId="{1BB593AE-501F-E668-C4E4-FCA18DD4F1C9}"/>
          </ac:picMkLst>
        </pc:picChg>
        <pc:picChg chg="add del mod">
          <ac:chgData name="Chaim Meir Weinberg" userId="228ed79c-1493-46ec-ad5e-0eaf11f72248" providerId="ADAL" clId="{2F826B1B-C1BE-4359-B99C-C8053E0B2FEB}" dt="2025-12-30T20:50:55.358" v="730" actId="478"/>
          <ac:picMkLst>
            <pc:docMk/>
            <pc:sldMk cId="469172634" sldId="259"/>
            <ac:picMk id="7" creationId="{F86F8899-016F-D82A-93A7-9E1633C8D713}"/>
          </ac:picMkLst>
        </pc:picChg>
        <pc:picChg chg="add mod">
          <ac:chgData name="Chaim Meir Weinberg" userId="228ed79c-1493-46ec-ad5e-0eaf11f72248" providerId="ADAL" clId="{2F826B1B-C1BE-4359-B99C-C8053E0B2FEB}" dt="2025-12-30T20:52:05.372" v="783" actId="1076"/>
          <ac:picMkLst>
            <pc:docMk/>
            <pc:sldMk cId="469172634" sldId="259"/>
            <ac:picMk id="9" creationId="{C95E3167-087B-7A20-21F1-068C4BA7A1EF}"/>
          </ac:picMkLst>
        </pc:picChg>
      </pc:sldChg>
      <pc:sldChg chg="addSp delSp modSp add mod">
        <pc:chgData name="Chaim Meir Weinberg" userId="228ed79c-1493-46ec-ad5e-0eaf11f72248" providerId="ADAL" clId="{2F826B1B-C1BE-4359-B99C-C8053E0B2FEB}" dt="2025-12-30T22:12:12.738" v="963" actId="478"/>
        <pc:sldMkLst>
          <pc:docMk/>
          <pc:sldMk cId="3366412887" sldId="260"/>
        </pc:sldMkLst>
        <pc:spChg chg="mod">
          <ac:chgData name="Chaim Meir Weinberg" userId="228ed79c-1493-46ec-ad5e-0eaf11f72248" providerId="ADAL" clId="{2F826B1B-C1BE-4359-B99C-C8053E0B2FEB}" dt="2025-12-30T21:01:57.099" v="845" actId="1076"/>
          <ac:spMkLst>
            <pc:docMk/>
            <pc:sldMk cId="3366412887" sldId="260"/>
            <ac:spMk id="2" creationId="{459750CA-B300-109A-BADD-F9BB445D62E1}"/>
          </ac:spMkLst>
        </pc:spChg>
        <pc:spChg chg="mod">
          <ac:chgData name="Chaim Meir Weinberg" userId="228ed79c-1493-46ec-ad5e-0eaf11f72248" providerId="ADAL" clId="{2F826B1B-C1BE-4359-B99C-C8053E0B2FEB}" dt="2025-12-30T21:02:00.341" v="858" actId="1036"/>
          <ac:spMkLst>
            <pc:docMk/>
            <pc:sldMk cId="3366412887" sldId="260"/>
            <ac:spMk id="3" creationId="{C033F4B2-D28F-0AA1-14DC-67F3C07BD14E}"/>
          </ac:spMkLst>
        </pc:spChg>
        <pc:spChg chg="add mod">
          <ac:chgData name="Chaim Meir Weinberg" userId="228ed79c-1493-46ec-ad5e-0eaf11f72248" providerId="ADAL" clId="{2F826B1B-C1BE-4359-B99C-C8053E0B2FEB}" dt="2025-12-30T20:56:04.148" v="831" actId="404"/>
          <ac:spMkLst>
            <pc:docMk/>
            <pc:sldMk cId="3366412887" sldId="260"/>
            <ac:spMk id="12" creationId="{F9675FE8-4C31-CC5D-C5B0-2959A737B7D3}"/>
          </ac:spMkLst>
        </pc:spChg>
        <pc:picChg chg="mod">
          <ac:chgData name="Chaim Meir Weinberg" userId="228ed79c-1493-46ec-ad5e-0eaf11f72248" providerId="ADAL" clId="{2F826B1B-C1BE-4359-B99C-C8053E0B2FEB}" dt="2025-12-30T20:46:06.359" v="651" actId="1076"/>
          <ac:picMkLst>
            <pc:docMk/>
            <pc:sldMk cId="3366412887" sldId="260"/>
            <ac:picMk id="4" creationId="{D7089AB1-530D-68C8-63ED-96BBE15F4D0D}"/>
          </ac:picMkLst>
        </pc:picChg>
        <pc:picChg chg="add del mod">
          <ac:chgData name="Chaim Meir Weinberg" userId="228ed79c-1493-46ec-ad5e-0eaf11f72248" providerId="ADAL" clId="{2F826B1B-C1BE-4359-B99C-C8053E0B2FEB}" dt="2025-12-30T22:12:12.738" v="963" actId="478"/>
          <ac:picMkLst>
            <pc:docMk/>
            <pc:sldMk cId="3366412887" sldId="260"/>
            <ac:picMk id="6" creationId="{38322EEC-95A5-F16D-6D57-096E7F8BC1F8}"/>
          </ac:picMkLst>
        </pc:picChg>
        <pc:picChg chg="del">
          <ac:chgData name="Chaim Meir Weinberg" userId="228ed79c-1493-46ec-ad5e-0eaf11f72248" providerId="ADAL" clId="{2F826B1B-C1BE-4359-B99C-C8053E0B2FEB}" dt="2025-12-30T20:47:50.135" v="654" actId="478"/>
          <ac:picMkLst>
            <pc:docMk/>
            <pc:sldMk cId="3366412887" sldId="260"/>
            <ac:picMk id="7" creationId="{8797081A-3E8A-6818-BBE3-04338121A10E}"/>
          </ac:picMkLst>
        </pc:picChg>
        <pc:picChg chg="add del mod">
          <ac:chgData name="Chaim Meir Weinberg" userId="228ed79c-1493-46ec-ad5e-0eaf11f72248" providerId="ADAL" clId="{2F826B1B-C1BE-4359-B99C-C8053E0B2FEB}" dt="2025-12-30T20:50:59.867" v="731" actId="21"/>
          <ac:picMkLst>
            <pc:docMk/>
            <pc:sldMk cId="3366412887" sldId="260"/>
            <ac:picMk id="9" creationId="{C95E3167-087B-7A20-21F1-068C4BA7A1EF}"/>
          </ac:picMkLst>
        </pc:picChg>
        <pc:picChg chg="add mod">
          <ac:chgData name="Chaim Meir Weinberg" userId="228ed79c-1493-46ec-ad5e-0eaf11f72248" providerId="ADAL" clId="{2F826B1B-C1BE-4359-B99C-C8053E0B2FEB}" dt="2025-12-30T20:56:07.517" v="832" actId="1076"/>
          <ac:picMkLst>
            <pc:docMk/>
            <pc:sldMk cId="3366412887" sldId="260"/>
            <ac:picMk id="11" creationId="{0FC862AC-0E7D-24BA-8CAA-F76632ED32C3}"/>
          </ac:picMkLst>
        </pc:picChg>
      </pc:sldChg>
      <pc:sldChg chg="addSp delSp modSp add mod">
        <pc:chgData name="Chaim Meir Weinberg" userId="228ed79c-1493-46ec-ad5e-0eaf11f72248" providerId="ADAL" clId="{2F826B1B-C1BE-4359-B99C-C8053E0B2FEB}" dt="2025-12-31T13:46:07.727" v="1218" actId="2711"/>
        <pc:sldMkLst>
          <pc:docMk/>
          <pc:sldMk cId="271392657" sldId="261"/>
        </pc:sldMkLst>
        <pc:spChg chg="mod">
          <ac:chgData name="Chaim Meir Weinberg" userId="228ed79c-1493-46ec-ad5e-0eaf11f72248" providerId="ADAL" clId="{2F826B1B-C1BE-4359-B99C-C8053E0B2FEB}" dt="2025-12-30T21:23:05.225" v="923" actId="1076"/>
          <ac:spMkLst>
            <pc:docMk/>
            <pc:sldMk cId="271392657" sldId="261"/>
            <ac:spMk id="2" creationId="{D999578B-3BF3-E791-9BB4-6BAFDC906FAB}"/>
          </ac:spMkLst>
        </pc:spChg>
        <pc:spChg chg="add del mod">
          <ac:chgData name="Chaim Meir Weinberg" userId="228ed79c-1493-46ec-ad5e-0eaf11f72248" providerId="ADAL" clId="{2F826B1B-C1BE-4359-B99C-C8053E0B2FEB}" dt="2025-12-30T21:16:31.581" v="861"/>
          <ac:spMkLst>
            <pc:docMk/>
            <pc:sldMk cId="271392657" sldId="261"/>
            <ac:spMk id="6" creationId="{1E544BC8-E9D9-E44E-8338-54CD946D7586}"/>
          </ac:spMkLst>
        </pc:spChg>
        <pc:graphicFrameChg chg="del">
          <ac:chgData name="Chaim Meir Weinberg" userId="228ed79c-1493-46ec-ad5e-0eaf11f72248" providerId="ADAL" clId="{2F826B1B-C1BE-4359-B99C-C8053E0B2FEB}" dt="2025-12-30T21:16:18.161" v="860" actId="478"/>
          <ac:graphicFrameMkLst>
            <pc:docMk/>
            <pc:sldMk cId="271392657" sldId="261"/>
            <ac:graphicFrameMk id="5" creationId="{F76F47F6-0EBC-1113-899C-4254DB2B81BC}"/>
          </ac:graphicFrameMkLst>
        </pc:graphicFrameChg>
        <pc:graphicFrameChg chg="add mod modGraphic">
          <ac:chgData name="Chaim Meir Weinberg" userId="228ed79c-1493-46ec-ad5e-0eaf11f72248" providerId="ADAL" clId="{2F826B1B-C1BE-4359-B99C-C8053E0B2FEB}" dt="2025-12-31T13:46:07.727" v="1218" actId="2711"/>
          <ac:graphicFrameMkLst>
            <pc:docMk/>
            <pc:sldMk cId="271392657" sldId="261"/>
            <ac:graphicFrameMk id="7" creationId="{D26BD9E3-ECC0-1FD0-DB92-43AF5380A127}"/>
          </ac:graphicFrameMkLst>
        </pc:graphicFrameChg>
        <pc:picChg chg="mod">
          <ac:chgData name="Chaim Meir Weinberg" userId="228ed79c-1493-46ec-ad5e-0eaf11f72248" providerId="ADAL" clId="{2F826B1B-C1BE-4359-B99C-C8053E0B2FEB}" dt="2025-12-30T21:23:02.342" v="922" actId="1076"/>
          <ac:picMkLst>
            <pc:docMk/>
            <pc:sldMk cId="271392657" sldId="261"/>
            <ac:picMk id="4" creationId="{81DC7454-27BA-E1BD-B118-8E48695EFC9D}"/>
          </ac:picMkLst>
        </pc:picChg>
        <pc:picChg chg="del">
          <ac:chgData name="Chaim Meir Weinberg" userId="228ed79c-1493-46ec-ad5e-0eaf11f72248" providerId="ADAL" clId="{2F826B1B-C1BE-4359-B99C-C8053E0B2FEB}" dt="2025-12-30T21:22:42.823" v="916" actId="478"/>
          <ac:picMkLst>
            <pc:docMk/>
            <pc:sldMk cId="271392657" sldId="261"/>
            <ac:picMk id="9" creationId="{0DC61A5B-F266-6148-C1DD-CF8DC7FAC2B6}"/>
          </ac:picMkLst>
        </pc:picChg>
        <pc:picChg chg="add mod">
          <ac:chgData name="Chaim Meir Weinberg" userId="228ed79c-1493-46ec-ad5e-0eaf11f72248" providerId="ADAL" clId="{2F826B1B-C1BE-4359-B99C-C8053E0B2FEB}" dt="2025-12-30T21:22:59.299" v="920" actId="1076"/>
          <ac:picMkLst>
            <pc:docMk/>
            <pc:sldMk cId="271392657" sldId="261"/>
            <ac:picMk id="10" creationId="{4C8C7E6A-7529-0D24-7851-8FA7F794B8C7}"/>
          </ac:picMkLst>
        </pc:picChg>
      </pc:sldChg>
      <pc:sldChg chg="addSp modSp add del mod modShow">
        <pc:chgData name="Chaim Meir Weinberg" userId="228ed79c-1493-46ec-ad5e-0eaf11f72248" providerId="ADAL" clId="{2F826B1B-C1BE-4359-B99C-C8053E0B2FEB}" dt="2025-12-31T12:19:52.511" v="1210" actId="47"/>
        <pc:sldMkLst>
          <pc:docMk/>
          <pc:sldMk cId="2949047471" sldId="262"/>
        </pc:sldMkLst>
        <pc:picChg chg="mod">
          <ac:chgData name="Chaim Meir Weinberg" userId="228ed79c-1493-46ec-ad5e-0eaf11f72248" providerId="ADAL" clId="{2F826B1B-C1BE-4359-B99C-C8053E0B2FEB}" dt="2025-12-30T22:16:50.472" v="965" actId="1076"/>
          <ac:picMkLst>
            <pc:docMk/>
            <pc:sldMk cId="2949047471" sldId="262"/>
            <ac:picMk id="4" creationId="{C25C1804-E4A5-A57D-C9E2-43B51AD82943}"/>
          </ac:picMkLst>
        </pc:picChg>
        <pc:picChg chg="add mod">
          <ac:chgData name="Chaim Meir Weinberg" userId="228ed79c-1493-46ec-ad5e-0eaf11f72248" providerId="ADAL" clId="{2F826B1B-C1BE-4359-B99C-C8053E0B2FEB}" dt="2025-12-30T22:12:08.842" v="962" actId="1076"/>
          <ac:picMkLst>
            <pc:docMk/>
            <pc:sldMk cId="2949047471" sldId="262"/>
            <ac:picMk id="6" creationId="{9C5BB5A0-E9CD-3F9F-7DE3-8F44CB5B0D83}"/>
          </ac:picMkLst>
        </pc:picChg>
      </pc:sldChg>
      <pc:sldChg chg="addSp delSp modSp new mod">
        <pc:chgData name="Chaim Meir Weinberg" userId="228ed79c-1493-46ec-ad5e-0eaf11f72248" providerId="ADAL" clId="{2F826B1B-C1BE-4359-B99C-C8053E0B2FEB}" dt="2025-12-30T22:21:57.724" v="1021" actId="2711"/>
        <pc:sldMkLst>
          <pc:docMk/>
          <pc:sldMk cId="1782424110" sldId="263"/>
        </pc:sldMkLst>
        <pc:spChg chg="mod ord">
          <ac:chgData name="Chaim Meir Weinberg" userId="228ed79c-1493-46ec-ad5e-0eaf11f72248" providerId="ADAL" clId="{2F826B1B-C1BE-4359-B99C-C8053E0B2FEB}" dt="2025-12-30T22:21:57.724" v="1021" actId="2711"/>
          <ac:spMkLst>
            <pc:docMk/>
            <pc:sldMk cId="1782424110" sldId="263"/>
            <ac:spMk id="2" creationId="{E3C57765-4276-2DB5-08C6-44293D6CBD35}"/>
          </ac:spMkLst>
        </pc:spChg>
        <pc:spChg chg="del">
          <ac:chgData name="Chaim Meir Weinberg" userId="228ed79c-1493-46ec-ad5e-0eaf11f72248" providerId="ADAL" clId="{2F826B1B-C1BE-4359-B99C-C8053E0B2FEB}" dt="2025-12-30T22:19:31.283" v="981" actId="478"/>
          <ac:spMkLst>
            <pc:docMk/>
            <pc:sldMk cId="1782424110" sldId="263"/>
            <ac:spMk id="3" creationId="{D4C163E7-EAE7-1654-ED58-3B896310F32A}"/>
          </ac:spMkLst>
        </pc:spChg>
        <pc:picChg chg="add mod">
          <ac:chgData name="Chaim Meir Weinberg" userId="228ed79c-1493-46ec-ad5e-0eaf11f72248" providerId="ADAL" clId="{2F826B1B-C1BE-4359-B99C-C8053E0B2FEB}" dt="2025-12-30T22:21:32.314" v="1001" actId="1076"/>
          <ac:picMkLst>
            <pc:docMk/>
            <pc:sldMk cId="1782424110" sldId="263"/>
            <ac:picMk id="4" creationId="{B8B76A0E-C496-7BF5-4882-F851AEB0B2BF}"/>
          </ac:picMkLst>
        </pc:picChg>
        <pc:picChg chg="add mod">
          <ac:chgData name="Chaim Meir Weinberg" userId="228ed79c-1493-46ec-ad5e-0eaf11f72248" providerId="ADAL" clId="{2F826B1B-C1BE-4359-B99C-C8053E0B2FEB}" dt="2025-12-30T22:17:11.381" v="969"/>
          <ac:picMkLst>
            <pc:docMk/>
            <pc:sldMk cId="1782424110" sldId="263"/>
            <ac:picMk id="5" creationId="{51464CDA-0084-FE88-689E-991C99909AD1}"/>
          </ac:picMkLst>
        </pc:picChg>
        <pc:picChg chg="add del mod">
          <ac:chgData name="Chaim Meir Weinberg" userId="228ed79c-1493-46ec-ad5e-0eaf11f72248" providerId="ADAL" clId="{2F826B1B-C1BE-4359-B99C-C8053E0B2FEB}" dt="2025-12-30T22:19:03.008" v="973" actId="478"/>
          <ac:picMkLst>
            <pc:docMk/>
            <pc:sldMk cId="1782424110" sldId="263"/>
            <ac:picMk id="7" creationId="{16F965DE-2F88-2A17-80D9-4E68624202E9}"/>
          </ac:picMkLst>
        </pc:picChg>
        <pc:picChg chg="add mod">
          <ac:chgData name="Chaim Meir Weinberg" userId="228ed79c-1493-46ec-ad5e-0eaf11f72248" providerId="ADAL" clId="{2F826B1B-C1BE-4359-B99C-C8053E0B2FEB}" dt="2025-12-30T22:21:05.294" v="995" actId="1076"/>
          <ac:picMkLst>
            <pc:docMk/>
            <pc:sldMk cId="1782424110" sldId="263"/>
            <ac:picMk id="9" creationId="{23EE8DD3-1DE1-8D9B-B032-7F0F2EDD3F1A}"/>
          </ac:picMkLst>
        </pc:picChg>
        <pc:picChg chg="add mod">
          <ac:chgData name="Chaim Meir Weinberg" userId="228ed79c-1493-46ec-ad5e-0eaf11f72248" providerId="ADAL" clId="{2F826B1B-C1BE-4359-B99C-C8053E0B2FEB}" dt="2025-12-30T22:21:07.501" v="996" actId="1076"/>
          <ac:picMkLst>
            <pc:docMk/>
            <pc:sldMk cId="1782424110" sldId="263"/>
            <ac:picMk id="11" creationId="{E9BBE1E5-CFE9-DA83-AE96-618B7F7E6038}"/>
          </ac:picMkLst>
        </pc:picChg>
      </pc:sldChg>
      <pc:sldChg chg="addSp delSp modSp add mod">
        <pc:chgData name="Chaim Meir Weinberg" userId="228ed79c-1493-46ec-ad5e-0eaf11f72248" providerId="ADAL" clId="{2F826B1B-C1BE-4359-B99C-C8053E0B2FEB}" dt="2025-12-31T13:45:49.728" v="1217" actId="2711"/>
        <pc:sldMkLst>
          <pc:docMk/>
          <pc:sldMk cId="3739321949" sldId="264"/>
        </pc:sldMkLst>
        <pc:spChg chg="del mod">
          <ac:chgData name="Chaim Meir Weinberg" userId="228ed79c-1493-46ec-ad5e-0eaf11f72248" providerId="ADAL" clId="{2F826B1B-C1BE-4359-B99C-C8053E0B2FEB}" dt="2025-12-30T22:45:47.588" v="1162" actId="478"/>
          <ac:spMkLst>
            <pc:docMk/>
            <pc:sldMk cId="3739321949" sldId="264"/>
            <ac:spMk id="2" creationId="{9669F2DE-D0F4-ABC2-CDDB-475D2AA17880}"/>
          </ac:spMkLst>
        </pc:spChg>
        <pc:spChg chg="del">
          <ac:chgData name="Chaim Meir Weinberg" userId="228ed79c-1493-46ec-ad5e-0eaf11f72248" providerId="ADAL" clId="{2F826B1B-C1BE-4359-B99C-C8053E0B2FEB}" dt="2025-12-30T22:34:45.565" v="1026" actId="478"/>
          <ac:spMkLst>
            <pc:docMk/>
            <pc:sldMk cId="3739321949" sldId="264"/>
            <ac:spMk id="3" creationId="{8566CDE0-398A-274A-72DC-8CF2F7775550}"/>
          </ac:spMkLst>
        </pc:spChg>
        <pc:spChg chg="add del mod">
          <ac:chgData name="Chaim Meir Weinberg" userId="228ed79c-1493-46ec-ad5e-0eaf11f72248" providerId="ADAL" clId="{2F826B1B-C1BE-4359-B99C-C8053E0B2FEB}" dt="2025-12-30T22:34:48.827" v="1027" actId="478"/>
          <ac:spMkLst>
            <pc:docMk/>
            <pc:sldMk cId="3739321949" sldId="264"/>
            <ac:spMk id="6" creationId="{0A563F1B-D948-A5F7-AE66-A69B9A955D33}"/>
          </ac:spMkLst>
        </pc:spChg>
        <pc:spChg chg="del">
          <ac:chgData name="Chaim Meir Weinberg" userId="228ed79c-1493-46ec-ad5e-0eaf11f72248" providerId="ADAL" clId="{2F826B1B-C1BE-4359-B99C-C8053E0B2FEB}" dt="2025-12-30T22:34:53.524" v="1029" actId="478"/>
          <ac:spMkLst>
            <pc:docMk/>
            <pc:sldMk cId="3739321949" sldId="264"/>
            <ac:spMk id="12" creationId="{5F6A6F93-47C6-607D-11C3-E3102A465054}"/>
          </ac:spMkLst>
        </pc:spChg>
        <pc:spChg chg="add del mod">
          <ac:chgData name="Chaim Meir Weinberg" userId="228ed79c-1493-46ec-ad5e-0eaf11f72248" providerId="ADAL" clId="{2F826B1B-C1BE-4359-B99C-C8053E0B2FEB}" dt="2025-12-30T22:46:09.741" v="1167" actId="478"/>
          <ac:spMkLst>
            <pc:docMk/>
            <pc:sldMk cId="3739321949" sldId="264"/>
            <ac:spMk id="16" creationId="{5CB9E1A5-7184-3E7C-F93A-D7E47396CB2A}"/>
          </ac:spMkLst>
        </pc:spChg>
        <pc:graphicFrameChg chg="add del mod modGraphic">
          <ac:chgData name="Chaim Meir Weinberg" userId="228ed79c-1493-46ec-ad5e-0eaf11f72248" providerId="ADAL" clId="{2F826B1B-C1BE-4359-B99C-C8053E0B2FEB}" dt="2025-12-30T22:45:40.713" v="1160" actId="478"/>
          <ac:graphicFrameMkLst>
            <pc:docMk/>
            <pc:sldMk cId="3739321949" sldId="264"/>
            <ac:graphicFrameMk id="7" creationId="{54126251-24AA-1C23-5722-C91E53151930}"/>
          </ac:graphicFrameMkLst>
        </pc:graphicFrameChg>
        <pc:graphicFrameChg chg="add mod modGraphic">
          <ac:chgData name="Chaim Meir Weinberg" userId="228ed79c-1493-46ec-ad5e-0eaf11f72248" providerId="ADAL" clId="{2F826B1B-C1BE-4359-B99C-C8053E0B2FEB}" dt="2025-12-31T13:45:49.728" v="1217" actId="2711"/>
          <ac:graphicFrameMkLst>
            <pc:docMk/>
            <pc:sldMk cId="3739321949" sldId="264"/>
            <ac:graphicFrameMk id="14" creationId="{D248CF73-A193-7249-1306-2F7AC5A03686}"/>
          </ac:graphicFrameMkLst>
        </pc:graphicFrameChg>
        <pc:picChg chg="add del mod ord">
          <ac:chgData name="Chaim Meir Weinberg" userId="228ed79c-1493-46ec-ad5e-0eaf11f72248" providerId="ADAL" clId="{2F826B1B-C1BE-4359-B99C-C8053E0B2FEB}" dt="2025-12-30T22:48:31.995" v="1178" actId="478"/>
          <ac:picMkLst>
            <pc:docMk/>
            <pc:sldMk cId="3739321949" sldId="264"/>
            <ac:picMk id="9" creationId="{6DA3C4E6-4C4C-E77B-DAB4-DA3082439C24}"/>
          </ac:picMkLst>
        </pc:picChg>
        <pc:picChg chg="del">
          <ac:chgData name="Chaim Meir Weinberg" userId="228ed79c-1493-46ec-ad5e-0eaf11f72248" providerId="ADAL" clId="{2F826B1B-C1BE-4359-B99C-C8053E0B2FEB}" dt="2025-12-30T22:34:49.837" v="1028" actId="478"/>
          <ac:picMkLst>
            <pc:docMk/>
            <pc:sldMk cId="3739321949" sldId="264"/>
            <ac:picMk id="11" creationId="{148F5A15-3F92-6FB3-3CD7-FC3913A60674}"/>
          </ac:picMkLst>
        </pc:picChg>
        <pc:picChg chg="add mod ord">
          <ac:chgData name="Chaim Meir Weinberg" userId="228ed79c-1493-46ec-ad5e-0eaf11f72248" providerId="ADAL" clId="{2F826B1B-C1BE-4359-B99C-C8053E0B2FEB}" dt="2025-12-30T22:46:38.961" v="1172" actId="1076"/>
          <ac:picMkLst>
            <pc:docMk/>
            <pc:sldMk cId="3739321949" sldId="264"/>
            <ac:picMk id="13" creationId="{8D9DF840-3883-C66D-5E6B-E7E95C3CF6C6}"/>
          </ac:picMkLst>
        </pc:picChg>
        <pc:picChg chg="add mod">
          <ac:chgData name="Chaim Meir Weinberg" userId="228ed79c-1493-46ec-ad5e-0eaf11f72248" providerId="ADAL" clId="{2F826B1B-C1BE-4359-B99C-C8053E0B2FEB}" dt="2025-12-30T22:48:39.038" v="1183" actId="1076"/>
          <ac:picMkLst>
            <pc:docMk/>
            <pc:sldMk cId="3739321949" sldId="264"/>
            <ac:picMk id="20" creationId="{046514C4-8F62-B61A-0AD3-F5D5C9E034FA}"/>
          </ac:picMkLst>
        </pc:picChg>
        <pc:picChg chg="add mod">
          <ac:chgData name="Chaim Meir Weinberg" userId="228ed79c-1493-46ec-ad5e-0eaf11f72248" providerId="ADAL" clId="{2F826B1B-C1BE-4359-B99C-C8053E0B2FEB}" dt="2025-12-30T22:50:19.682" v="1195" actId="1076"/>
          <ac:picMkLst>
            <pc:docMk/>
            <pc:sldMk cId="3739321949" sldId="264"/>
            <ac:picMk id="23" creationId="{7B40C029-768A-D3C7-3933-B2BAB3075D34}"/>
          </ac:picMkLst>
        </pc:picChg>
      </pc:sldChg>
      <pc:sldChg chg="addSp modSp add">
        <pc:chgData name="Chaim Meir Weinberg" userId="228ed79c-1493-46ec-ad5e-0eaf11f72248" providerId="ADAL" clId="{2F826B1B-C1BE-4359-B99C-C8053E0B2FEB}" dt="2025-12-31T12:19:32.292" v="1208"/>
        <pc:sldMkLst>
          <pc:docMk/>
          <pc:sldMk cId="2863186849" sldId="265"/>
        </pc:sldMkLst>
        <pc:picChg chg="add mod">
          <ac:chgData name="Chaim Meir Weinberg" userId="228ed79c-1493-46ec-ad5e-0eaf11f72248" providerId="ADAL" clId="{2F826B1B-C1BE-4359-B99C-C8053E0B2FEB}" dt="2025-12-31T12:19:32.292" v="1208"/>
          <ac:picMkLst>
            <pc:docMk/>
            <pc:sldMk cId="2863186849" sldId="265"/>
            <ac:picMk id="5" creationId="{F8253B3A-FA89-4C3B-7F24-2EF2256CCE23}"/>
          </ac:picMkLst>
        </pc:picChg>
      </pc:sldChg>
      <pc:sldChg chg="addSp modSp add mod">
        <pc:chgData name="Chaim Meir Weinberg" userId="228ed79c-1493-46ec-ad5e-0eaf11f72248" providerId="ADAL" clId="{2F826B1B-C1BE-4359-B99C-C8053E0B2FEB}" dt="2025-12-31T12:25:35.236" v="1215" actId="1076"/>
        <pc:sldMkLst>
          <pc:docMk/>
          <pc:sldMk cId="862317435" sldId="266"/>
        </pc:sldMkLst>
        <pc:spChg chg="add mod">
          <ac:chgData name="Chaim Meir Weinberg" userId="228ed79c-1493-46ec-ad5e-0eaf11f72248" providerId="ADAL" clId="{2F826B1B-C1BE-4359-B99C-C8053E0B2FEB}" dt="2025-12-31T12:25:35.236" v="1215" actId="1076"/>
          <ac:spMkLst>
            <pc:docMk/>
            <pc:sldMk cId="862317435" sldId="266"/>
            <ac:spMk id="6" creationId="{9C8310ED-43DE-2FD0-ECA0-3037FC701726}"/>
          </ac:spMkLst>
        </pc:spChg>
        <pc:picChg chg="add mod">
          <ac:chgData name="Chaim Meir Weinberg" userId="228ed79c-1493-46ec-ad5e-0eaf11f72248" providerId="ADAL" clId="{2F826B1B-C1BE-4359-B99C-C8053E0B2FEB}" dt="2025-12-31T12:19:23.374" v="1207"/>
          <ac:picMkLst>
            <pc:docMk/>
            <pc:sldMk cId="862317435" sldId="266"/>
            <ac:picMk id="5" creationId="{F8EC8ADB-243E-F278-7AD8-45A4363E4E46}"/>
          </ac:picMkLst>
        </pc:picChg>
      </pc:sldChg>
      <pc:sldChg chg="addSp delSp modSp add del mod">
        <pc:chgData name="Chaim Meir Weinberg" userId="228ed79c-1493-46ec-ad5e-0eaf11f72248" providerId="ADAL" clId="{2F826B1B-C1BE-4359-B99C-C8053E0B2FEB}" dt="2025-12-31T12:25:44.161" v="1216" actId="47"/>
        <pc:sldMkLst>
          <pc:docMk/>
          <pc:sldMk cId="2570774866" sldId="267"/>
        </pc:sldMkLst>
        <pc:spChg chg="del">
          <ac:chgData name="Chaim Meir Weinberg" userId="228ed79c-1493-46ec-ad5e-0eaf11f72248" providerId="ADAL" clId="{2F826B1B-C1BE-4359-B99C-C8053E0B2FEB}" dt="2025-12-31T12:25:06.542" v="1211" actId="21"/>
          <ac:spMkLst>
            <pc:docMk/>
            <pc:sldMk cId="2570774866" sldId="267"/>
            <ac:spMk id="3" creationId="{9C8310ED-43DE-2FD0-ECA0-3037FC701726}"/>
          </ac:spMkLst>
        </pc:spChg>
        <pc:spChg chg="add mod">
          <ac:chgData name="Chaim Meir Weinberg" userId="228ed79c-1493-46ec-ad5e-0eaf11f72248" providerId="ADAL" clId="{2F826B1B-C1BE-4359-B99C-C8053E0B2FEB}" dt="2025-12-31T12:25:06.542" v="1211" actId="21"/>
          <ac:spMkLst>
            <pc:docMk/>
            <pc:sldMk cId="2570774866" sldId="267"/>
            <ac:spMk id="7" creationId="{8E109A61-8089-22DD-388C-6B9EC9B28070}"/>
          </ac:spMkLst>
        </pc:spChg>
        <pc:picChg chg="add mod">
          <ac:chgData name="Chaim Meir Weinberg" userId="228ed79c-1493-46ec-ad5e-0eaf11f72248" providerId="ADAL" clId="{2F826B1B-C1BE-4359-B99C-C8053E0B2FEB}" dt="2025-12-31T12:19:47.665" v="1209"/>
          <ac:picMkLst>
            <pc:docMk/>
            <pc:sldMk cId="2570774866" sldId="267"/>
            <ac:picMk id="5" creationId="{21C08207-DFE3-BC5A-40AC-0597850DB2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D6F0F27-EA17-4C9B-B83B-E299571031F8}" type="datetimeFigureOut">
              <a:rPr lang="he-IL" smtClean="0"/>
              <a:t>י"א/טבת/תשפ"ו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818E006-5012-488C-8744-46D804A1967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921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3769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30E0-93D5-291D-38DB-C3D060C6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B2C868C-79FC-3EF5-F4B0-AB0127D8B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919D167-9DA7-B94F-6CFA-15593A8D3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B5A8861-1CAE-76CC-F1EA-AC60ACC1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56148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68E6-2389-95E2-DA55-564710CE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FF336D19-95AB-05B9-7D05-255D58C8B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AB7B2079-0269-460D-EB9B-C05B823D4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8E9E199-4C6E-DEB9-4BA8-B4E7B3B17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135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5479C-A055-572C-5B8B-12FF93D0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9CDE255-0CC1-7060-163D-3FED3F40D9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82B0E960-53CB-1AFD-1715-E14A02AA8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7307E32-8114-0802-CE5E-3BFE760CF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4988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325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19080-93EE-B1E6-6E91-CEA68BAB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9A8C24A-0F1F-2371-5F45-8EDFC2714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BFE7FF5D-DB38-0717-C2EA-691FDF4C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FB07959-D18C-1776-4A93-8F44FDAC2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989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CE73-727B-3EDB-49D0-70B035290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9300D4A-F9CA-9F56-720E-76938A7EC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F09A971-D1B3-059C-30B1-ADD2BE98D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F46134D-7BE6-1EF8-A511-6E7BB4D9D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5590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51B1-090F-2580-8CA1-052A1B020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450CB34-676F-2F82-43A8-E975FBAD7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43AA764A-8290-51C7-453F-089C18023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2C68DD3-EAFC-054B-DB49-2CDEAF590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2605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BEA71-3FCD-A4EC-46F6-F9CEA38A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8F87BD9-8B99-F179-2886-4C61859A6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78B0FA5-DB59-BFC4-7383-048907F2A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F56D8BE-0148-6BE9-A54F-0E5633E46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8E006-5012-488C-8744-46D804A19673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726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4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4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7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8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8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2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0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2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1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4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3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D8F12B68-469E-8B2B-39CC-875E97673C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003" r="442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941C112-DB8F-D35D-3A18-5355FBBA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8656610" cy="3290107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7300" dirty="0" err="1">
                <a:latin typeface="David" panose="020E0502060401010101" pitchFamily="34" charset="-79"/>
                <a:cs typeface="David" panose="020E0502060401010101" pitchFamily="34" charset="-79"/>
              </a:rPr>
              <a:t>ActionSense</a:t>
            </a:r>
            <a:b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</a:br>
            <a:b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</a:br>
            <a: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Interim Presentation – </a:t>
            </a:r>
            <a:r>
              <a:rPr lang="en-US" sz="3300" dirty="0">
                <a:latin typeface="David" panose="020E0502060401010101" pitchFamily="34" charset="-79"/>
                <a:cs typeface="David" panose="020E0502060401010101" pitchFamily="34" charset="-79"/>
              </a:rPr>
              <a:t>Extracting Action Items from Unstructured &amp; Noisy Meeting Data</a:t>
            </a:r>
            <a:br>
              <a:rPr kumimoji="0" lang="en-US" sz="330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br>
              <a:rPr lang="en-US" sz="3300" dirty="0">
                <a:solidFill>
                  <a:srgbClr val="FFFFFF"/>
                </a:solidFill>
              </a:rPr>
            </a:br>
            <a:br>
              <a:rPr lang="en-US" b="0" cap="all" dirty="0"/>
            </a:br>
            <a:endParaRPr lang="he-IL" sz="3300" dirty="0">
              <a:solidFill>
                <a:srgbClr val="FFFFFF"/>
              </a:solidFill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DBDA89F-6508-9236-E00F-C6BB600CD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9510050" cy="1724029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endParaRPr lang="en-US" dirty="0">
              <a:solidFill>
                <a:srgbClr val="FFFF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Large Language Models and its Applications</a:t>
            </a:r>
            <a:endParaRPr lang="en-US" b="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Meir Weinberg &amp; Yael Reina</a:t>
            </a:r>
            <a:endParaRPr lang="he-IL" b="1" dirty="0">
              <a:solidFill>
                <a:srgbClr val="FFFF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3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8487E866-3F8C-F76D-2051-13F40504CF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B414A64A-29C5-2058-772C-3C4E329C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3" y="1261370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Project Review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B2F709F-D983-3859-2733-B6278C7A1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The Problem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State-of-the-Art </a:t>
            </a:r>
            <a:r>
              <a:rPr lang="en-US" sz="2600">
                <a:latin typeface="David" panose="020E0502060401010101" pitchFamily="34" charset="-79"/>
                <a:cs typeface="David" panose="020E0502060401010101" pitchFamily="34" charset="-79"/>
              </a:rPr>
              <a:t>models excel 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in formal English but struggle with Code-Switching (Hebrew-English mixing) at Extracting Action Items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"Israeli Meeting" characteristics: High noise, slang, and rapid language shifts lead to hallucinations and missed tasks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0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Our Goal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Develop a robust pipeline for extracting structured Action Items (Who, What, When) from noisy, bi-lingual transcripts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Key Novelty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Data: Creation of the synthetic dataset for Hebrew-English organizational dialogue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Method: Fine-tuning open-source LLMs (Llama) specifically for this linguistic niche</a:t>
            </a:r>
            <a:endParaRPr lang="he-IL" sz="13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6" name="תמונה 5" descr="תמונה שמכילה טקסט, צילום מסך, מספ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D012CF3-B653-36AA-B64A-690F0D0F4F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203" b="90430" l="9961" r="89974">
                        <a14:foregroundMark x1="25326" y1="90430" x2="25326" y2="90430"/>
                        <a14:foregroundMark x1="66862" y1="8203" x2="66862" y2="8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792" y="3234959"/>
            <a:ext cx="3857860" cy="25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F50A-AAA3-B0CB-05B4-8DEEE0F0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F308EB2-5F00-0144-4C12-BA1F750E0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970706B7-CE37-3FBE-D01F-71073F2878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AF58A30D-1BC2-6FA0-E517-8D472AB4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07" y="1189421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Previous work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3DA153-BA84-8CEC-FE70-4D953674C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414321-3724-246D-BAD8-F18F07BF4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מציין מיקום תוכן 4">
            <a:extLst>
              <a:ext uri="{FF2B5EF4-FFF2-40B4-BE49-F238E27FC236}">
                <a16:creationId xmlns:a16="http://schemas.microsoft.com/office/drawing/2014/main" id="{1A9558A7-A15D-59AA-5A3D-DB20EE230A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921953"/>
              </p:ext>
            </p:extLst>
          </p:nvPr>
        </p:nvGraphicFramePr>
        <p:xfrm>
          <a:off x="2659682" y="800486"/>
          <a:ext cx="9406344" cy="5913394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1567724">
                  <a:extLst>
                    <a:ext uri="{9D8B030D-6E8A-4147-A177-3AD203B41FA5}">
                      <a16:colId xmlns:a16="http://schemas.microsoft.com/office/drawing/2014/main" val="2635992258"/>
                    </a:ext>
                  </a:extLst>
                </a:gridCol>
                <a:gridCol w="1567724">
                  <a:extLst>
                    <a:ext uri="{9D8B030D-6E8A-4147-A177-3AD203B41FA5}">
                      <a16:colId xmlns:a16="http://schemas.microsoft.com/office/drawing/2014/main" val="2396961377"/>
                    </a:ext>
                  </a:extLst>
                </a:gridCol>
                <a:gridCol w="1567724">
                  <a:extLst>
                    <a:ext uri="{9D8B030D-6E8A-4147-A177-3AD203B41FA5}">
                      <a16:colId xmlns:a16="http://schemas.microsoft.com/office/drawing/2014/main" val="287533484"/>
                    </a:ext>
                  </a:extLst>
                </a:gridCol>
                <a:gridCol w="1567724">
                  <a:extLst>
                    <a:ext uri="{9D8B030D-6E8A-4147-A177-3AD203B41FA5}">
                      <a16:colId xmlns:a16="http://schemas.microsoft.com/office/drawing/2014/main" val="2660447193"/>
                    </a:ext>
                  </a:extLst>
                </a:gridCol>
                <a:gridCol w="1567724">
                  <a:extLst>
                    <a:ext uri="{9D8B030D-6E8A-4147-A177-3AD203B41FA5}">
                      <a16:colId xmlns:a16="http://schemas.microsoft.com/office/drawing/2014/main" val="2647818553"/>
                    </a:ext>
                  </a:extLst>
                </a:gridCol>
                <a:gridCol w="1567724">
                  <a:extLst>
                    <a:ext uri="{9D8B030D-6E8A-4147-A177-3AD203B41FA5}">
                      <a16:colId xmlns:a16="http://schemas.microsoft.com/office/drawing/2014/main" val="2425136760"/>
                    </a:ext>
                  </a:extLst>
                </a:gridCol>
              </a:tblGrid>
              <a:tr h="565353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Title / Year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Task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Methods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Data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Results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Relation to Project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extLst>
                  <a:ext uri="{0D108BD9-81ED-4DB2-BD59-A6C34878D82A}">
                    <a16:rowId xmlns:a16="http://schemas.microsoft.com/office/drawing/2014/main" val="3226807074"/>
                  </a:ext>
                </a:extLst>
              </a:tr>
              <a:tr h="1721760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Detecting Actionable Items (2016)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Action Item Detection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CDSSM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(A convolutional 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deep structured 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semantic model) 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&amp; SVM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ICSI  Meetings: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Human-transcribed, English datasets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AUC Score:</a:t>
                      </a:r>
                      <a:endParaRPr lang="en-US" sz="1400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• </a:t>
                      </a:r>
                      <a:r>
                        <a:rPr lang="en-US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~47%</a:t>
                      </a:r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(Mismatch)</a:t>
                      </a:r>
                    </a:p>
                    <a:p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• </a:t>
                      </a:r>
                      <a:r>
                        <a:rPr lang="en-US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~69%</a:t>
                      </a:r>
                      <a:r>
                        <a:rPr lang="en-US" sz="140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(Match)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Historical Baseline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: Establishes the shift from keywords to Deep Learning.</a:t>
                      </a:r>
                    </a:p>
                    <a:p>
                      <a:pPr rtl="1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2.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Motivation: 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Proves that complex models fail without matched data (47%), justifying our Synthetic Data approach</a:t>
                      </a:r>
                    </a:p>
                  </a:txBody>
                  <a:tcPr marL="56792" marR="56792" marT="37861" marB="37861" anchor="ctr"/>
                </a:tc>
                <a:extLst>
                  <a:ext uri="{0D108BD9-81ED-4DB2-BD59-A6C34878D82A}">
                    <a16:rowId xmlns:a16="http://schemas.microsoft.com/office/drawing/2014/main" val="1034064605"/>
                  </a:ext>
                </a:extLst>
              </a:tr>
              <a:tr h="1490478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Action-Item-Driven Summarization (2024)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Generating summaries focused on action items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LLM Prompting 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&amp; Chain-of-Thought (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CoT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).</a:t>
                      </a:r>
                      <a:r>
                        <a:rPr lang="en-US" sz="1400" kern="12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ea typeface="+mn-ea"/>
                          <a:cs typeface="David" panose="020E0502060401010101" pitchFamily="34" charset="-79"/>
                        </a:rPr>
                        <a:t> Includes Topic-Based Segmentation for long context.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QMSum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/ </a:t>
                      </a: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DialogSum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: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Standard English meeting datasets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Achieved ROUGE-1 score of </a:t>
                      </a:r>
                      <a:r>
                        <a:rPr lang="en-US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34.2</a:t>
                      </a:r>
                      <a:r>
                        <a:rPr lang="en-US" sz="1400" b="0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on AMI dataset, outperforming baselines (BART) by </a:t>
                      </a:r>
                      <a:r>
                        <a:rPr lang="en-US" sz="1400" b="1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~12%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Demonstrates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SOTA LLM capability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, but limited to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English only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(No code-switching)</a:t>
                      </a:r>
                    </a:p>
                  </a:txBody>
                  <a:tcPr marL="56792" marR="56792" marT="37861" marB="37861" anchor="ctr"/>
                </a:tc>
                <a:extLst>
                  <a:ext uri="{0D108BD9-81ED-4DB2-BD59-A6C34878D82A}">
                    <a16:rowId xmlns:a16="http://schemas.microsoft.com/office/drawing/2014/main" val="3913950372"/>
                  </a:ext>
                </a:extLst>
              </a:tr>
              <a:tr h="1953041"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On LLMs-Driven Synthetic Data Generation (2024)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Survey of synthetic data generation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Gen &amp; Filter: </a:t>
                      </a: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Review of techniques to create and clean data (e.g., "LLM-as-a-Judge").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Review of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multiple datasets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across various NLP tasks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Quality over Quantity: Shows that curated synthetic data solves data scarcity effectively.</a:t>
                      </a:r>
                    </a:p>
                  </a:txBody>
                  <a:tcPr marL="56792" marR="56792" marT="37861" marB="37861" anchor="ctr"/>
                </a:tc>
                <a:tc>
                  <a:txBody>
                    <a:bodyPr/>
                    <a:lstStyle/>
                    <a:p>
                      <a:pPr rtl="1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Provides the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methodological validation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for our Simulator approach (generating Hebrew-English data)</a:t>
                      </a:r>
                    </a:p>
                  </a:txBody>
                  <a:tcPr marL="56792" marR="56792" marT="37861" marB="37861" anchor="ctr"/>
                </a:tc>
                <a:extLst>
                  <a:ext uri="{0D108BD9-81ED-4DB2-BD59-A6C34878D82A}">
                    <a16:rowId xmlns:a16="http://schemas.microsoft.com/office/drawing/2014/main" val="516066164"/>
                  </a:ext>
                </a:extLst>
              </a:tr>
            </a:tbl>
          </a:graphicData>
        </a:graphic>
      </p:graphicFrame>
      <p:pic>
        <p:nvPicPr>
          <p:cNvPr id="9" name="גרפיקה 8" descr="ערימת ספרים">
            <a:extLst>
              <a:ext uri="{FF2B5EF4-FFF2-40B4-BE49-F238E27FC236}">
                <a16:creationId xmlns:a16="http://schemas.microsoft.com/office/drawing/2014/main" id="{530D1B70-E44D-6C4D-A166-1FD667A56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55" y="3054597"/>
            <a:ext cx="2923106" cy="292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28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4FD6-FE7B-5607-AE32-1536E9F4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3305BEC-9002-BF78-A4D6-7D1D61A8C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C25C1804-E4A5-A57D-C9E2-43B51AD829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233177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1518E2C0-C738-D8B7-E42A-F71DE950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3" y="1261370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Dataset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B17E0B-7A14-99D9-FB75-7642D698F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284238-A7F2-36B5-F780-F0D80DAAE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253C2C-3D3E-B23A-4EF6-0213BD3C5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8273" y="978408"/>
            <a:ext cx="8729472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Dataset Description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We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generated synthetic corpus of Israeli tech meetings ("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Heblish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")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00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Derived from the 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AMI Meeting Corpus</a:t>
            </a:r>
          </a:p>
          <a:p>
            <a:pPr>
              <a:lnSpc>
                <a:spcPct val="100000"/>
              </a:lnSpc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Adaptation: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Extracted a dedicated Task Bank from AMI and performed a two-step transformation: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1. Translation: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Converting core tasks and technical discussions into Hebrew.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2. injecting high-tech industry slang (e.g., </a:t>
            </a:r>
            <a:r>
              <a:rPr lang="en-US" sz="2000" b="0" i="1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POC, API Endpoints, UI/UX, Backend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) to reflect authentic Israeli office dynamics</a:t>
            </a:r>
          </a:p>
          <a:p>
            <a:pPr marL="0" indent="0">
              <a:lnSpc>
                <a:spcPct val="100000"/>
              </a:lnSpc>
              <a:buNone/>
            </a:pPr>
            <a:endParaRPr lang="he-IL" sz="13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5" name="גרפיקה 4" descr="מחידה">
            <a:extLst>
              <a:ext uri="{FF2B5EF4-FFF2-40B4-BE49-F238E27FC236}">
                <a16:creationId xmlns:a16="http://schemas.microsoft.com/office/drawing/2014/main" id="{F8253B3A-FA89-4C3B-7F24-2EF2256CC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0330" y="2758199"/>
            <a:ext cx="2965212" cy="296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86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7B21-4385-FBDB-C143-2A3BB57F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C0E902E-5BC4-F6A8-89BA-99D6395B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54C3D38A-2EFC-F580-B170-FD46205BE1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233177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5230BB3B-14C8-6C91-67D8-72BE1541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3" y="1261370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Dataset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3937E1-4C6B-1B76-3ECD-3AB9DBBB5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9D9585-CBB8-2AE1-773D-67A9B46C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063E70-CD70-1D59-9A21-D08C23CCC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8273" y="978408"/>
            <a:ext cx="8729472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Data Generation </a:t>
            </a:r>
          </a:p>
          <a:p>
            <a:pPr>
              <a:lnSpc>
                <a:spcPct val="100000"/>
              </a:lnSpc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Technique: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Synthetic Data Generation via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GPT-4o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Process: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 The model was fed seed tasks from the translated AMI bank. it was prompted to generate natural, long-form Israeli office dialogues where tasks are scattered realistically among "Small Talk" and technical syncs.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Labeling: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 Automated extraction into structured objects containing </a:t>
            </a:r>
            <a:r>
              <a:rPr lang="en-US" sz="2000" i="0" u="none" strike="noStrike" dirty="0">
                <a:solidFill>
                  <a:srgbClr val="000000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Assignee, Action, and Deadline.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endParaRPr lang="he-IL" sz="13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5" name="גרפיקה 4" descr="מחידה">
            <a:extLst>
              <a:ext uri="{FF2B5EF4-FFF2-40B4-BE49-F238E27FC236}">
                <a16:creationId xmlns:a16="http://schemas.microsoft.com/office/drawing/2014/main" id="{F8EC8ADB-243E-F278-7AD8-45A4363E4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0330" y="2758199"/>
            <a:ext cx="2965212" cy="2965212"/>
          </a:xfrm>
          <a:prstGeom prst="rect">
            <a:avLst/>
          </a:prstGeom>
        </p:spPr>
      </p:pic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9C8310ED-43DE-2FD0-ECA0-3037FC701726}"/>
              </a:ext>
            </a:extLst>
          </p:cNvPr>
          <p:cNvSpPr txBox="1">
            <a:spLocks/>
          </p:cNvSpPr>
          <p:nvPr/>
        </p:nvSpPr>
        <p:spPr>
          <a:xfrm>
            <a:off x="2938273" y="3953771"/>
            <a:ext cx="8729472" cy="5367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Exploratory Data Analysis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Realistic imbalance; the majority of utterances are context/discussion, with ~10-15% identified as specific Action Items.</a:t>
            </a:r>
          </a:p>
          <a:p>
            <a: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Variable (15–50 lines per session) to simulate different meeting types (Daily Sync vs. Deep Dive)</a:t>
            </a:r>
          </a:p>
          <a:p>
            <a:r>
              <a:rPr lang="en-US" sz="2000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High presence of temporal expressions for deadlines (e.g., "End of the week," "By the 15th")</a:t>
            </a:r>
            <a:endParaRPr lang="he-IL" sz="13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62317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B8B76A0E-C496-7BF5-4882-F851AEB0B2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3EE8DD3-1DE1-8D9B-B032-7F0F2EDD3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63" y="2244803"/>
            <a:ext cx="7144747" cy="3715268"/>
          </a:xfrm>
          <a:prstGeom prst="rect">
            <a:avLst/>
          </a:prstGeom>
        </p:spPr>
      </p:pic>
      <p:pic>
        <p:nvPicPr>
          <p:cNvPr id="11" name="תמונה 10" descr="תמונה שמכילה טקסט, צילום מסך, גופן, מסמ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BBE1E5-CFE9-DA83-AE96-618B7F7E6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781" y="816076"/>
            <a:ext cx="4705756" cy="5668297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E3C57765-4276-2DB5-08C6-44293D6C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Example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8242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387D0-4988-6BAF-8358-6FC71649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0101E7D-652C-C857-CAFC-C80BB24C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8BF5B7AE-ACB6-70EB-F18D-4183C32E457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07E1DCC9-437A-B602-2E08-3C4931D8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94" y="1306858"/>
            <a:ext cx="4209056" cy="166420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Baseline Solution &amp; optimization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624DD1-EBEF-2A31-3679-3F15F33E0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E9F6DF-DE96-E270-2C5B-E9348C8C4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5AE609-D434-E2EF-F5D3-369F79E8B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5" y="978408"/>
            <a:ext cx="6929489" cy="536752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latin typeface="David" panose="020E0502060401010101" pitchFamily="34" charset="-79"/>
                <a:cs typeface="David" panose="020E0502060401010101" pitchFamily="34" charset="-79"/>
              </a:rPr>
              <a:t>The Baseline Approach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Method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: Zero-shot llama-3-8b-bnb-4bit + Hebrew-to-English Translation</a:t>
            </a:r>
          </a:p>
          <a:p>
            <a:pPr>
              <a:lnSpc>
                <a:spcPct val="100000"/>
              </a:lnSpc>
            </a:pPr>
            <a:r>
              <a:rPr lang="en-US" sz="3100" b="1" dirty="0">
                <a:latin typeface="David" panose="020E0502060401010101" pitchFamily="34" charset="-79"/>
                <a:cs typeface="David" panose="020E0502060401010101" pitchFamily="34" charset="-79"/>
              </a:rPr>
              <a:t>Outcome:</a:t>
            </a:r>
            <a:r>
              <a:rPr lang="en-US" sz="3200" dirty="0"/>
              <a:t> 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Failed to capture linguistic nuances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Semantic Similarity: 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Only 32.5% (Vectors were misaligned due to translation errors)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JSON Validity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: 80% (Model frequently hallucinated keys or broke syntax)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latin typeface="David" panose="020E0502060401010101" pitchFamily="34" charset="-79"/>
                <a:cs typeface="David" panose="020E0502060401010101" pitchFamily="34" charset="-79"/>
              </a:rPr>
              <a:t>The Optimization (Our Solution)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Method: 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Fine-Tuning with </a:t>
            </a:r>
            <a:r>
              <a:rPr lang="en-US" sz="3000" dirty="0" err="1">
                <a:latin typeface="David" panose="020E0502060401010101" pitchFamily="34" charset="-79"/>
                <a:cs typeface="David" panose="020E0502060401010101" pitchFamily="34" charset="-79"/>
              </a:rPr>
              <a:t>Unsloth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 (</a:t>
            </a:r>
            <a:r>
              <a:rPr lang="en-US" sz="3000" dirty="0" err="1">
                <a:latin typeface="David" panose="020E0502060401010101" pitchFamily="34" charset="-79"/>
                <a:cs typeface="David" panose="020E0502060401010101" pitchFamily="34" charset="-79"/>
              </a:rPr>
              <a:t>QLoRA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) on synthetic Hebrew data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Challenge: 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The model suffered from "Catastrophic Forgetting" (lost JSON formatting skills)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latin typeface="David" panose="020E0502060401010101" pitchFamily="34" charset="-79"/>
                <a:cs typeface="David" panose="020E0502060401010101" pitchFamily="34" charset="-79"/>
              </a:rPr>
              <a:t>Fix: 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Applied One-Shot Schema Forcing during inference</a:t>
            </a:r>
          </a:p>
        </p:txBody>
      </p:sp>
      <p:pic>
        <p:nvPicPr>
          <p:cNvPr id="9" name="תמונה 8" descr="תמונה שמכילה טקסט, קו, עלילה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95E3167-087B-7A20-21F1-068C4BA7A1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71" y="3094668"/>
            <a:ext cx="4542301" cy="272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72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412C-D03B-B0B6-1BCB-EBFB648AF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9D9F8AB-EC48-FC50-E6A7-FACB7A572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D7089AB1-530D-68C8-63ED-96BBE15F4D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459750CA-B300-109A-BADD-F9BB445D6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1165449"/>
            <a:ext cx="4209056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Result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EE4D1B-768C-135A-98C1-CFE36B4F2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791AB0-C442-B65A-CD0F-0E26DB364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033F4B2-D28F-0AA1-14DC-67F3C07BD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333" y="1283209"/>
            <a:ext cx="6835411" cy="53675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latin typeface="David" panose="020E0502060401010101" pitchFamily="34" charset="-79"/>
                <a:cs typeface="David" panose="020E0502060401010101" pitchFamily="34" charset="-79"/>
              </a:rPr>
              <a:t>Achieved SOTA performance on our dataset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0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2"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JSON Validity: 100%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(Perfect structural stability)</a:t>
            </a:r>
          </a:p>
          <a:p>
            <a:pPr lvl="2">
              <a:lnSpc>
                <a:spcPct val="100000"/>
              </a:lnSpc>
            </a:pPr>
            <a:r>
              <a:rPr lang="en-US" sz="2400" b="1" dirty="0">
                <a:latin typeface="David" panose="020E0502060401010101" pitchFamily="34" charset="-79"/>
                <a:cs typeface="David" panose="020E0502060401010101" pitchFamily="34" charset="-79"/>
              </a:rPr>
              <a:t>Semantic Similarity: 90.4%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(High accuracy in extracting Action Items)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1" name="תמונה 10" descr="תמונה שמכילה טקסט, צילום מסך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FC862AC-0E7D-24BA-8CAA-F76632ED3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5" y="2679841"/>
            <a:ext cx="5332918" cy="3199751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F9675FE8-4C31-CC5D-C5B0-2959A737B7D3}"/>
              </a:ext>
            </a:extLst>
          </p:cNvPr>
          <p:cNvSpPr txBox="1"/>
          <p:nvPr/>
        </p:nvSpPr>
        <p:spPr>
          <a:xfrm>
            <a:off x="524256" y="5889523"/>
            <a:ext cx="4853989" cy="5386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100" dirty="0"/>
              <a:t>Significant improvement in both stability and understanding after Fine-Tuning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66412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AF7D-F789-0B35-61AC-AF238D08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41CBA1-CF2D-3A88-AFF0-EF27BB74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B67B6D12-0715-B74E-24A2-27F174812C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30F9F47-ED08-62C7-9004-7010876C6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036D8B-D04C-E356-8BA6-E6659FBFE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טבלה 13">
            <a:extLst>
              <a:ext uri="{FF2B5EF4-FFF2-40B4-BE49-F238E27FC236}">
                <a16:creationId xmlns:a16="http://schemas.microsoft.com/office/drawing/2014/main" id="{D248CF73-A193-7249-1306-2F7AC5A03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67445"/>
              </p:ext>
            </p:extLst>
          </p:nvPr>
        </p:nvGraphicFramePr>
        <p:xfrm>
          <a:off x="147320" y="261525"/>
          <a:ext cx="11897360" cy="6334950"/>
        </p:xfrm>
        <a:graphic>
          <a:graphicData uri="http://schemas.openxmlformats.org/drawingml/2006/table">
            <a:tbl>
              <a:tblPr rtl="1" lastCol="1" bandRow="1" bandCol="1">
                <a:tableStyleId>{21E4AEA4-8DFA-4A89-87EB-49C32662AFE0}</a:tableStyleId>
              </a:tblPr>
              <a:tblGrid>
                <a:gridCol w="9768840">
                  <a:extLst>
                    <a:ext uri="{9D8B030D-6E8A-4147-A177-3AD203B41FA5}">
                      <a16:colId xmlns:a16="http://schemas.microsoft.com/office/drawing/2014/main" val="667395787"/>
                    </a:ext>
                  </a:extLst>
                </a:gridCol>
                <a:gridCol w="2128520">
                  <a:extLst>
                    <a:ext uri="{9D8B030D-6E8A-4147-A177-3AD203B41FA5}">
                      <a16:colId xmlns:a16="http://schemas.microsoft.com/office/drawing/2014/main" val="1719502802"/>
                    </a:ext>
                  </a:extLst>
                </a:gridCol>
              </a:tblGrid>
              <a:tr h="2111650">
                <a:tc>
                  <a:txBody>
                    <a:bodyPr/>
                    <a:lstStyle/>
                    <a:p>
                      <a:pPr rtl="1"/>
                      <a:endParaRPr lang="he-IL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Expected</a:t>
                      </a:r>
                      <a:endParaRPr lang="he-IL" sz="1800" b="1" kern="1200" dirty="0">
                        <a:solidFill>
                          <a:schemeClr val="lt1"/>
                        </a:solidFill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pPr algn="ctr"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057472"/>
                  </a:ext>
                </a:extLst>
              </a:tr>
              <a:tr h="2111650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Before Fine-tuning</a:t>
                      </a:r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pPr algn="ctr"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973495"/>
                  </a:ext>
                </a:extLst>
              </a:tr>
              <a:tr h="2111650">
                <a:tc>
                  <a:txBody>
                    <a:bodyPr/>
                    <a:lstStyle/>
                    <a:p>
                      <a:pPr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After Fine-tuning</a:t>
                      </a:r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  <a:p>
                      <a:pPr algn="ctr" rtl="1"/>
                      <a:endParaRPr lang="he-IL" dirty="0"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147194"/>
                  </a:ext>
                </a:extLst>
              </a:tr>
            </a:tbl>
          </a:graphicData>
        </a:graphic>
      </p:graphicFrame>
      <p:pic>
        <p:nvPicPr>
          <p:cNvPr id="13" name="תמונה 12" descr="תמונה שמכילה טקסט, גופן, צילום מסך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D9DF840-3883-C66D-5E6B-E7E95C3CF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320" y="725905"/>
            <a:ext cx="8407373" cy="1162212"/>
          </a:xfrm>
          <a:prstGeom prst="rect">
            <a:avLst/>
          </a:prstGeom>
        </p:spPr>
      </p:pic>
      <p:pic>
        <p:nvPicPr>
          <p:cNvPr id="20" name="תמונה 19" descr="תמונה שמכילה טקסט, גופן, צילום מסך, לב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46514C4-8F62-B61A-0AD3-F5D5C9E03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251" y="2637269"/>
            <a:ext cx="4774194" cy="1583461"/>
          </a:xfrm>
          <a:prstGeom prst="rect">
            <a:avLst/>
          </a:prstGeom>
        </p:spPr>
      </p:pic>
      <p:pic>
        <p:nvPicPr>
          <p:cNvPr id="23" name="תמונה 22" descr="תמונה שמכילה טקסט, גופן, צילום מסך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B40C029-768A-D3C7-3933-B2BAB3075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7453" y="4858347"/>
            <a:ext cx="9231013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2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B667-1E2A-B550-E5C6-6DCB0E48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5872DB-12EF-9DC8-2D68-5635B5AAE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רשת של נקודות מחוברות">
            <a:extLst>
              <a:ext uri="{FF2B5EF4-FFF2-40B4-BE49-F238E27FC236}">
                <a16:creationId xmlns:a16="http://schemas.microsoft.com/office/drawing/2014/main" id="{81DC7454-27BA-E1BD-B118-8E48695EFC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7000"/>
          </a:blip>
          <a:srcRect l="20013" r="452" b="1"/>
          <a:stretch>
            <a:fillRect/>
          </a:stretch>
        </p:blipFill>
        <p:spPr>
          <a:xfrm>
            <a:off x="3068" y="10"/>
            <a:ext cx="12188932" cy="6857990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D999578B-3BF3-E791-9BB4-6BAFDC906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516" y="1411670"/>
            <a:ext cx="3410712" cy="1664208"/>
          </a:xfrm>
        </p:spPr>
        <p:txBody>
          <a:bodyPr>
            <a:normAutofit/>
          </a:bodyPr>
          <a:lstStyle/>
          <a:p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Plan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84D1E-F630-B01B-E131-A51D67459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88ABFB-F199-A6DE-D950-DD60E604D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מציין מיקום תוכן 6">
            <a:extLst>
              <a:ext uri="{FF2B5EF4-FFF2-40B4-BE49-F238E27FC236}">
                <a16:creationId xmlns:a16="http://schemas.microsoft.com/office/drawing/2014/main" id="{D26BD9E3-ECC0-1FD0-DB92-43AF5380A1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233808"/>
              </p:ext>
            </p:extLst>
          </p:nvPr>
        </p:nvGraphicFramePr>
        <p:xfrm>
          <a:off x="3264311" y="1165450"/>
          <a:ext cx="8405142" cy="5184462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454177">
                  <a:extLst>
                    <a:ext uri="{9D8B030D-6E8A-4147-A177-3AD203B41FA5}">
                      <a16:colId xmlns:a16="http://schemas.microsoft.com/office/drawing/2014/main" val="1435997516"/>
                    </a:ext>
                  </a:extLst>
                </a:gridCol>
                <a:gridCol w="2454177">
                  <a:extLst>
                    <a:ext uri="{9D8B030D-6E8A-4147-A177-3AD203B41FA5}">
                      <a16:colId xmlns:a16="http://schemas.microsoft.com/office/drawing/2014/main" val="660075610"/>
                    </a:ext>
                  </a:extLst>
                </a:gridCol>
                <a:gridCol w="3496788">
                  <a:extLst>
                    <a:ext uri="{9D8B030D-6E8A-4147-A177-3AD203B41FA5}">
                      <a16:colId xmlns:a16="http://schemas.microsoft.com/office/drawing/2014/main" val="2148641471"/>
                    </a:ext>
                  </a:extLst>
                </a:gridCol>
              </a:tblGrid>
              <a:tr h="30765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Phase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Task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Expected Outcome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extLst>
                  <a:ext uri="{0D108BD9-81ED-4DB2-BD59-A6C34878D82A}">
                    <a16:rowId xmlns:a16="http://schemas.microsoft.com/office/drawing/2014/main" val="614979204"/>
                  </a:ext>
                </a:extLst>
              </a:tr>
              <a:tr h="11948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1. Optimization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Hyperparameter Tuning &amp; Regularization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Experiment with different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LoRA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 ranks and dropout rates to ensure model stability (avoiding overfitting).</a:t>
                      </a:r>
                    </a:p>
                  </a:txBody>
                  <a:tcPr marL="53058" marR="53058" marT="35372" marB="35372" anchor="ctr"/>
                </a:tc>
                <a:extLst>
                  <a:ext uri="{0D108BD9-81ED-4DB2-BD59-A6C34878D82A}">
                    <a16:rowId xmlns:a16="http://schemas.microsoft.com/office/drawing/2014/main" val="391831577"/>
                  </a:ext>
                </a:extLst>
              </a:tr>
              <a:tr h="9753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2. Scale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Data Augmentation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Generate ~100 additional synthetic samples to validate robustness on a larger test set.</a:t>
                      </a:r>
                    </a:p>
                  </a:txBody>
                  <a:tcPr marL="53058" marR="53058" marT="35372" marB="35372" anchor="ctr"/>
                </a:tc>
                <a:extLst>
                  <a:ext uri="{0D108BD9-81ED-4DB2-BD59-A6C34878D82A}">
                    <a16:rowId xmlns:a16="http://schemas.microsoft.com/office/drawing/2014/main" val="2211996864"/>
                  </a:ext>
                </a:extLst>
              </a:tr>
              <a:tr h="9753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3. Validation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Qualitative Error Analysis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Inspect edge cases (e.g., extreme slang, empty lists) and refine the prompt strategies accordingly.</a:t>
                      </a:r>
                    </a:p>
                  </a:txBody>
                  <a:tcPr marL="53058" marR="53058" marT="35372" marB="35372" anchor="ctr"/>
                </a:tc>
                <a:extLst>
                  <a:ext uri="{0D108BD9-81ED-4DB2-BD59-A6C34878D82A}">
                    <a16:rowId xmlns:a16="http://schemas.microsoft.com/office/drawing/2014/main" val="3674286011"/>
                  </a:ext>
                </a:extLst>
              </a:tr>
              <a:tr h="9753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4. Submission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Final Repo &amp; Documentation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Update repository with clean code, datasets, Visual Abstract, and a detailed README.</a:t>
                      </a:r>
                    </a:p>
                  </a:txBody>
                  <a:tcPr marL="53058" marR="53058" marT="35372" marB="35372" anchor="ctr"/>
                </a:tc>
                <a:extLst>
                  <a:ext uri="{0D108BD9-81ED-4DB2-BD59-A6C34878D82A}">
                    <a16:rowId xmlns:a16="http://schemas.microsoft.com/office/drawing/2014/main" val="3825701400"/>
                  </a:ext>
                </a:extLst>
              </a:tr>
              <a:tr h="7559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5. Closing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Final Presentation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David" panose="020E0502060401010101" pitchFamily="34" charset="-79"/>
                        <a:cs typeface="David" panose="020E0502060401010101" pitchFamily="34" charset="-79"/>
                      </a:endParaRPr>
                    </a:p>
                  </a:txBody>
                  <a:tcPr marL="53058" marR="53058" marT="35372" marB="35372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David" panose="020E0502060401010101" pitchFamily="34" charset="-79"/>
                          <a:cs typeface="David" panose="020E0502060401010101" pitchFamily="34" charset="-79"/>
                        </a:rPr>
                        <a:t>Prepare the final presentation and demo for the end-of-semester class.</a:t>
                      </a:r>
                    </a:p>
                  </a:txBody>
                  <a:tcPr marL="53058" marR="53058" marT="35372" marB="35372" anchor="ctr"/>
                </a:tc>
                <a:extLst>
                  <a:ext uri="{0D108BD9-81ED-4DB2-BD59-A6C34878D82A}">
                    <a16:rowId xmlns:a16="http://schemas.microsoft.com/office/drawing/2014/main" val="1898935158"/>
                  </a:ext>
                </a:extLst>
              </a:tr>
            </a:tbl>
          </a:graphicData>
        </a:graphic>
      </p:graphicFrame>
      <p:pic>
        <p:nvPicPr>
          <p:cNvPr id="10" name="גרפיקה 9" descr="גרף ושלב משטחי זינוק נייר עם עיפרון">
            <a:extLst>
              <a:ext uri="{FF2B5EF4-FFF2-40B4-BE49-F238E27FC236}">
                <a16:creationId xmlns:a16="http://schemas.microsoft.com/office/drawing/2014/main" id="{4C8C7E6A-7529-0D24-7851-8FA7F794B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81897" y="2751857"/>
            <a:ext cx="3308555" cy="330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265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6403</TotalTime>
  <Words>815</Words>
  <Application>Microsoft Office PowerPoint</Application>
  <PresentationFormat>מסך רחב</PresentationFormat>
  <Paragraphs>108</Paragraphs>
  <Slides>10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Aptos</vt:lpstr>
      <vt:lpstr>Arial</vt:lpstr>
      <vt:lpstr>Bierstadt</vt:lpstr>
      <vt:lpstr>David</vt:lpstr>
      <vt:lpstr>GestaltVTI</vt:lpstr>
      <vt:lpstr>ActionSense  Interim Presentation – Extracting Action Items from Unstructured &amp; Noisy Meeting Data     </vt:lpstr>
      <vt:lpstr>Project Review</vt:lpstr>
      <vt:lpstr>Previous work</vt:lpstr>
      <vt:lpstr>Dataset</vt:lpstr>
      <vt:lpstr>Dataset</vt:lpstr>
      <vt:lpstr>Example</vt:lpstr>
      <vt:lpstr>Baseline Solution &amp; optimization</vt:lpstr>
      <vt:lpstr>Result</vt:lpstr>
      <vt:lpstr>מצגת של PowerPoint‏</vt:lpstr>
      <vt:lpstr>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Chaim Meir Weinberg</dc:creator>
  <cp:lastModifiedBy>Chaim Meir Weinberg</cp:lastModifiedBy>
  <cp:revision>2</cp:revision>
  <dcterms:created xsi:type="dcterms:W3CDTF">2025-11-05T17:19:25Z</dcterms:created>
  <dcterms:modified xsi:type="dcterms:W3CDTF">2025-12-31T13:46:09Z</dcterms:modified>
</cp:coreProperties>
</file>