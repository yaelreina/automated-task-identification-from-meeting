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96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D70ED5-6E02-409D-8124-DA0F9CC1CE1D}" v="14" dt="2025-11-25T22:04:24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m Meir Weinberg" userId="228ed79c-1493-46ec-ad5e-0eaf11f72248" providerId="ADAL" clId="{2F826B1B-C1BE-4359-B99C-C8053E0B2FEB}"/>
    <pc:docChg chg="undo custSel addSld modSld">
      <pc:chgData name="Chaim Meir Weinberg" userId="228ed79c-1493-46ec-ad5e-0eaf11f72248" providerId="ADAL" clId="{2F826B1B-C1BE-4359-B99C-C8053E0B2FEB}" dt="2025-11-25T22:04:24.134" v="203" actId="20577"/>
      <pc:docMkLst>
        <pc:docMk/>
      </pc:docMkLst>
      <pc:sldChg chg="modSp">
        <pc:chgData name="Chaim Meir Weinberg" userId="228ed79c-1493-46ec-ad5e-0eaf11f72248" providerId="ADAL" clId="{2F826B1B-C1BE-4359-B99C-C8053E0B2FEB}" dt="2025-11-25T22:04:24.134" v="203" actId="20577"/>
        <pc:sldMkLst>
          <pc:docMk/>
          <pc:sldMk cId="150723876" sldId="256"/>
        </pc:sldMkLst>
        <pc:spChg chg="mod">
          <ac:chgData name="Chaim Meir Weinberg" userId="228ed79c-1493-46ec-ad5e-0eaf11f72248" providerId="ADAL" clId="{2F826B1B-C1BE-4359-B99C-C8053E0B2FEB}" dt="2025-11-15T20:38:36.574" v="124" actId="255"/>
          <ac:spMkLst>
            <pc:docMk/>
            <pc:sldMk cId="150723876" sldId="256"/>
            <ac:spMk id="2" creationId="{8941C112-DB8F-D35D-3A18-5355FBBAC094}"/>
          </ac:spMkLst>
        </pc:spChg>
        <pc:spChg chg="mod">
          <ac:chgData name="Chaim Meir Weinberg" userId="228ed79c-1493-46ec-ad5e-0eaf11f72248" providerId="ADAL" clId="{2F826B1B-C1BE-4359-B99C-C8053E0B2FEB}" dt="2025-11-25T22:04:24.134" v="203" actId="20577"/>
          <ac:spMkLst>
            <pc:docMk/>
            <pc:sldMk cId="150723876" sldId="256"/>
            <ac:spMk id="3" creationId="{CDBDA89F-6508-9236-E00F-C6BB600CD042}"/>
          </ac:spMkLst>
        </pc:spChg>
      </pc:sldChg>
      <pc:sldChg chg="addSp delSp modSp mod">
        <pc:chgData name="Chaim Meir Weinberg" userId="228ed79c-1493-46ec-ad5e-0eaf11f72248" providerId="ADAL" clId="{2F826B1B-C1BE-4359-B99C-C8053E0B2FEB}" dt="2025-11-15T21:40:56.438" v="172" actId="27636"/>
        <pc:sldMkLst>
          <pc:docMk/>
          <pc:sldMk cId="341239882" sldId="257"/>
        </pc:sldMkLst>
        <pc:spChg chg="mod">
          <ac:chgData name="Chaim Meir Weinberg" userId="228ed79c-1493-46ec-ad5e-0eaf11f72248" providerId="ADAL" clId="{2F826B1B-C1BE-4359-B99C-C8053E0B2FEB}" dt="2025-11-15T21:40:56.438" v="172" actId="27636"/>
          <ac:spMkLst>
            <pc:docMk/>
            <pc:sldMk cId="341239882" sldId="257"/>
            <ac:spMk id="3" creationId="{2B2F709F-D983-3859-2733-B6278C7A13E5}"/>
          </ac:spMkLst>
        </pc:spChg>
      </pc:sldChg>
      <pc:sldChg chg="addSp delSp modSp mod">
        <pc:chgData name="Chaim Meir Weinberg" userId="228ed79c-1493-46ec-ad5e-0eaf11f72248" providerId="ADAL" clId="{2F826B1B-C1BE-4359-B99C-C8053E0B2FEB}" dt="2025-11-15T21:40:02.830" v="149" actId="27636"/>
        <pc:sldMkLst>
          <pc:docMk/>
          <pc:sldMk cId="524928468" sldId="258"/>
        </pc:sldMkLst>
        <pc:spChg chg="mod">
          <ac:chgData name="Chaim Meir Weinberg" userId="228ed79c-1493-46ec-ad5e-0eaf11f72248" providerId="ADAL" clId="{2F826B1B-C1BE-4359-B99C-C8053E0B2FEB}" dt="2025-11-13T22:43:14.432" v="54" actId="20577"/>
          <ac:spMkLst>
            <pc:docMk/>
            <pc:sldMk cId="524928468" sldId="258"/>
            <ac:spMk id="2" creationId="{AF58A30D-1BC2-6FA0-E517-8D472AB4D393}"/>
          </ac:spMkLst>
        </pc:spChg>
        <pc:spChg chg="mod">
          <ac:chgData name="Chaim Meir Weinberg" userId="228ed79c-1493-46ec-ad5e-0eaf11f72248" providerId="ADAL" clId="{2F826B1B-C1BE-4359-B99C-C8053E0B2FEB}" dt="2025-11-15T21:40:02.830" v="149" actId="27636"/>
          <ac:spMkLst>
            <pc:docMk/>
            <pc:sldMk cId="524928468" sldId="258"/>
            <ac:spMk id="3" creationId="{0241EE7B-A5B4-ED16-46E2-67E12836E181}"/>
          </ac:spMkLst>
        </pc:spChg>
        <pc:picChg chg="add mod">
          <ac:chgData name="Chaim Meir Weinberg" userId="228ed79c-1493-46ec-ad5e-0eaf11f72248" providerId="ADAL" clId="{2F826B1B-C1BE-4359-B99C-C8053E0B2FEB}" dt="2025-11-13T22:47:50.522" v="68" actId="1076"/>
          <ac:picMkLst>
            <pc:docMk/>
            <pc:sldMk cId="524928468" sldId="258"/>
            <ac:picMk id="9" creationId="{530D1B70-E44D-6C4D-A166-1FD667A56AC3}"/>
          </ac:picMkLst>
        </pc:picChg>
      </pc:sldChg>
      <pc:sldChg chg="modSp add mod">
        <pc:chgData name="Chaim Meir Weinberg" userId="228ed79c-1493-46ec-ad5e-0eaf11f72248" providerId="ADAL" clId="{2F826B1B-C1BE-4359-B99C-C8053E0B2FEB}" dt="2025-11-15T21:39:30.767" v="141" actId="20577"/>
        <pc:sldMkLst>
          <pc:docMk/>
          <pc:sldMk cId="2905394093" sldId="259"/>
        </pc:sldMkLst>
        <pc:spChg chg="mod">
          <ac:chgData name="Chaim Meir Weinberg" userId="228ed79c-1493-46ec-ad5e-0eaf11f72248" providerId="ADAL" clId="{2F826B1B-C1BE-4359-B99C-C8053E0B2FEB}" dt="2025-11-13T22:53:51.778" v="90"/>
          <ac:spMkLst>
            <pc:docMk/>
            <pc:sldMk cId="2905394093" sldId="259"/>
            <ac:spMk id="2" creationId="{92FB9F33-C977-DDE2-4B19-A231923D46DB}"/>
          </ac:spMkLst>
        </pc:spChg>
        <pc:spChg chg="mod">
          <ac:chgData name="Chaim Meir Weinberg" userId="228ed79c-1493-46ec-ad5e-0eaf11f72248" providerId="ADAL" clId="{2F826B1B-C1BE-4359-B99C-C8053E0B2FEB}" dt="2025-11-15T21:39:30.767" v="141" actId="20577"/>
          <ac:spMkLst>
            <pc:docMk/>
            <pc:sldMk cId="2905394093" sldId="259"/>
            <ac:spMk id="3" creationId="{BCEFC504-7146-B04B-1E8E-CB0F7D7CC829}"/>
          </ac:spMkLst>
        </pc:spChg>
      </pc:sldChg>
      <pc:sldChg chg="addSp delSp modSp add mod">
        <pc:chgData name="Chaim Meir Weinberg" userId="228ed79c-1493-46ec-ad5e-0eaf11f72248" providerId="ADAL" clId="{2F826B1B-C1BE-4359-B99C-C8053E0B2FEB}" dt="2025-11-15T21:39:11.972" v="135" actId="403"/>
        <pc:sldMkLst>
          <pc:docMk/>
          <pc:sldMk cId="581991906" sldId="260"/>
        </pc:sldMkLst>
        <pc:spChg chg="mod">
          <ac:chgData name="Chaim Meir Weinberg" userId="228ed79c-1493-46ec-ad5e-0eaf11f72248" providerId="ADAL" clId="{2F826B1B-C1BE-4359-B99C-C8053E0B2FEB}" dt="2025-11-13T22:49:02.119" v="73" actId="2711"/>
          <ac:spMkLst>
            <pc:docMk/>
            <pc:sldMk cId="581991906" sldId="260"/>
            <ac:spMk id="2" creationId="{B33D78B4-13D6-EEB6-79B0-C762BB4479C6}"/>
          </ac:spMkLst>
        </pc:spChg>
        <pc:spChg chg="add del mod">
          <ac:chgData name="Chaim Meir Weinberg" userId="228ed79c-1493-46ec-ad5e-0eaf11f72248" providerId="ADAL" clId="{2F826B1B-C1BE-4359-B99C-C8053E0B2FEB}" dt="2025-11-15T21:39:11.972" v="135" actId="403"/>
          <ac:spMkLst>
            <pc:docMk/>
            <pc:sldMk cId="581991906" sldId="260"/>
            <ac:spMk id="3" creationId="{523F1A11-C949-A58D-87DF-54D333D768E9}"/>
          </ac:spMkLst>
        </pc:spChg>
        <pc:picChg chg="mod">
          <ac:chgData name="Chaim Meir Weinberg" userId="228ed79c-1493-46ec-ad5e-0eaf11f72248" providerId="ADAL" clId="{2F826B1B-C1BE-4359-B99C-C8053E0B2FEB}" dt="2025-11-13T22:51:50.771" v="83" actId="1076"/>
          <ac:picMkLst>
            <pc:docMk/>
            <pc:sldMk cId="581991906" sldId="260"/>
            <ac:picMk id="4" creationId="{B4AC677B-B92B-C007-5C26-95179F9E884F}"/>
          </ac:picMkLst>
        </pc:picChg>
        <pc:picChg chg="add mod">
          <ac:chgData name="Chaim Meir Weinberg" userId="228ed79c-1493-46ec-ad5e-0eaf11f72248" providerId="ADAL" clId="{2F826B1B-C1BE-4359-B99C-C8053E0B2FEB}" dt="2025-11-13T22:51:53.869" v="84" actId="1076"/>
          <ac:picMkLst>
            <pc:docMk/>
            <pc:sldMk cId="581991906" sldId="260"/>
            <ac:picMk id="8" creationId="{60937224-CF41-FD00-85F9-486B59C1DC83}"/>
          </ac:picMkLst>
        </pc:picChg>
      </pc:sldChg>
      <pc:sldChg chg="addSp delSp modSp add mod">
        <pc:chgData name="Chaim Meir Weinberg" userId="228ed79c-1493-46ec-ad5e-0eaf11f72248" providerId="ADAL" clId="{2F826B1B-C1BE-4359-B99C-C8053E0B2FEB}" dt="2025-11-15T22:53:16.626" v="190" actId="20577"/>
        <pc:sldMkLst>
          <pc:docMk/>
          <pc:sldMk cId="3575911709" sldId="261"/>
        </pc:sldMkLst>
        <pc:spChg chg="mod">
          <ac:chgData name="Chaim Meir Weinberg" userId="228ed79c-1493-46ec-ad5e-0eaf11f72248" providerId="ADAL" clId="{2F826B1B-C1BE-4359-B99C-C8053E0B2FEB}" dt="2025-11-15T20:30:44.713" v="103" actId="2711"/>
          <ac:spMkLst>
            <pc:docMk/>
            <pc:sldMk cId="3575911709" sldId="261"/>
            <ac:spMk id="2" creationId="{86038123-06B8-9DD2-A56F-56A4001942B9}"/>
          </ac:spMkLst>
        </pc:spChg>
        <pc:spChg chg="mod">
          <ac:chgData name="Chaim Meir Weinberg" userId="228ed79c-1493-46ec-ad5e-0eaf11f72248" providerId="ADAL" clId="{2F826B1B-C1BE-4359-B99C-C8053E0B2FEB}" dt="2025-11-15T22:53:16.626" v="190" actId="20577"/>
          <ac:spMkLst>
            <pc:docMk/>
            <pc:sldMk cId="3575911709" sldId="261"/>
            <ac:spMk id="3" creationId="{84F60E77-C15B-B26F-77EE-93DF7BEE9E8C}"/>
          </ac:spMkLst>
        </pc:spChg>
        <pc:picChg chg="add mod">
          <ac:chgData name="Chaim Meir Weinberg" userId="228ed79c-1493-46ec-ad5e-0eaf11f72248" providerId="ADAL" clId="{2F826B1B-C1BE-4359-B99C-C8053E0B2FEB}" dt="2025-11-15T20:31:48.603" v="107" actId="1076"/>
          <ac:picMkLst>
            <pc:docMk/>
            <pc:sldMk cId="3575911709" sldId="261"/>
            <ac:picMk id="7" creationId="{9851D0C2-285E-B32B-DEC6-CFDBCAD3DFD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9D6F0F27-EA17-4C9B-B83B-E299571031F8}" type="datetimeFigureOut">
              <a:rPr lang="he-IL" smtClean="0"/>
              <a:t>ה'/כסלו/תשפ"ו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818E006-5012-488C-8744-46D804A1967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49213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37699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730E0-93D5-291D-38DB-C3D060C62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4B2C868C-79FC-3EF5-F4B0-AB0127D8B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9919D167-9DA7-B94F-6CFA-15593A8D3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B5A8861-1CAE-76CC-F1EA-AC60ACC16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56148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BABF6-B547-8895-984A-43FE70911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949242C3-8E7F-E6E1-8D6B-8A531EF3D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2B63BDE2-F14F-6293-BC0E-A16FD60A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E9A3AC7-7F17-272B-50B3-731B6EDA7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296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0D711-F857-FF3D-6A6D-E9B29756B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3833990B-E4CC-357F-78B4-7499E1D6A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28FCEE02-C0EF-BFCD-9239-BD3543ED3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63F7E7D-1354-C6E0-8002-3A2FE516B7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59810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10A9D-1B8B-2320-F4FB-DD583FE64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2398EA06-C4AA-2FB7-2522-DF15CB355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DE5C1F62-1D40-8616-F597-E96F555D2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847AB4D-A1AF-FEEC-8771-77B810C06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3897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542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40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67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85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088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25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0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2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11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78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48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38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D8F12B68-469E-8B2B-39CC-875E97673C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003" r="442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8941C112-DB8F-D35D-3A18-5355FBBAC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8656610" cy="3290107"/>
          </a:xfrm>
        </p:spPr>
        <p:txBody>
          <a:bodyPr anchor="t">
            <a:norm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sz="330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Project Proposal – </a:t>
            </a:r>
            <a:r>
              <a:rPr lang="en-US" sz="3300" dirty="0">
                <a:latin typeface="David" panose="020E0502060401010101" pitchFamily="34" charset="-79"/>
                <a:cs typeface="David" panose="020E0502060401010101" pitchFamily="34" charset="-79"/>
              </a:rPr>
              <a:t>Extracting Action Items from Unstructured &amp; Noisy Meeting Data</a:t>
            </a:r>
            <a:br>
              <a:rPr kumimoji="0" lang="en-US" sz="330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</a:br>
            <a:br>
              <a:rPr lang="en-US" sz="3300" dirty="0">
                <a:solidFill>
                  <a:srgbClr val="FFFFFF"/>
                </a:solidFill>
              </a:rPr>
            </a:br>
            <a:br>
              <a:rPr lang="en-US" sz="3300" dirty="0">
                <a:solidFill>
                  <a:srgbClr val="FFFFFF"/>
                </a:solidFill>
              </a:rPr>
            </a:br>
            <a:endParaRPr lang="he-IL" sz="3300" dirty="0">
              <a:solidFill>
                <a:srgbClr val="FFFFFF"/>
              </a:solidFill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DBDA89F-6508-9236-E00F-C6BB600CD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9510050" cy="1724029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Large Language Models and its Applications</a:t>
            </a:r>
          </a:p>
          <a:p>
            <a:pPr>
              <a:lnSpc>
                <a:spcPct val="100000"/>
              </a:lnSpc>
            </a:pPr>
            <a:endParaRPr lang="en-US" b="1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en-US" b="1">
                <a:solidFill>
                  <a:srgbClr val="FFFF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Meir Weinberg &amp; Yael Reina</a:t>
            </a:r>
            <a:endParaRPr lang="he-IL" b="1" dirty="0">
              <a:solidFill>
                <a:srgbClr val="FFFFFF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3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8487E866-3F8C-F76D-2051-13F40504CF5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B414A64A-29C5-2058-772C-3C4E329C1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410712" cy="1664208"/>
          </a:xfrm>
        </p:spPr>
        <p:txBody>
          <a:bodyPr>
            <a:normAutofit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Motivating Use Case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פגישה">
            <a:extLst>
              <a:ext uri="{FF2B5EF4-FFF2-40B4-BE49-F238E27FC236}">
                <a16:creationId xmlns:a16="http://schemas.microsoft.com/office/drawing/2014/main" id="{BB08AD15-7A23-0F41-98AB-778CAB804F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7870" y="2368296"/>
            <a:ext cx="3511296" cy="3511296"/>
          </a:xfrm>
          <a:prstGeom prst="rect">
            <a:avLst/>
          </a:prstGeom>
        </p:spPr>
      </p:pic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B2F709F-D983-3859-2733-B6278C7A1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8255" y="978408"/>
            <a:ext cx="6929489" cy="536752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latin typeface="David" panose="020E0502060401010101" pitchFamily="34" charset="-79"/>
                <a:cs typeface="David" panose="020E0502060401010101" pitchFamily="34" charset="-79"/>
              </a:rPr>
              <a:t>The Problem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Meetings are critical, but tracking the </a:t>
            </a:r>
            <a:r>
              <a:rPr lang="en-US" sz="2600" b="1" dirty="0">
                <a:latin typeface="David" panose="020E0502060401010101" pitchFamily="34" charset="-79"/>
                <a:cs typeface="David" panose="020E0502060401010101" pitchFamily="34" charset="-79"/>
              </a:rPr>
              <a:t>missions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generated within them is manual, slow, and error-prone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A "Productivity Black Hole“</a:t>
            </a:r>
          </a:p>
          <a:p>
            <a:pPr>
              <a:lnSpc>
                <a:spcPct val="100000"/>
              </a:lnSpc>
            </a:pPr>
            <a:endParaRPr lang="en-US" sz="26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latin typeface="David" panose="020E0502060401010101" pitchFamily="34" charset="-79"/>
                <a:cs typeface="David" panose="020E0502060401010101" pitchFamily="34" charset="-79"/>
              </a:rPr>
              <a:t>The Challenge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Unstructured Data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Current Solution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6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latin typeface="David" panose="020E0502060401010101" pitchFamily="34" charset="-79"/>
                <a:cs typeface="David" panose="020E0502060401010101" pitchFamily="34" charset="-79"/>
              </a:rPr>
              <a:t>Solution (The Project)</a:t>
            </a:r>
          </a:p>
          <a:p>
            <a:pPr>
              <a:lnSpc>
                <a:spcPct val="100000"/>
              </a:lnSpc>
            </a:pPr>
            <a:r>
              <a:rPr lang="en-US" sz="2600" b="1" dirty="0">
                <a:latin typeface="David" panose="020E0502060401010101" pitchFamily="34" charset="-79"/>
                <a:cs typeface="David" panose="020E0502060401010101" pitchFamily="34" charset="-79"/>
              </a:rPr>
              <a:t>Our Solution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: Automated Action Item Extraction System specifically designed for Noisy Environments.</a:t>
            </a:r>
          </a:p>
          <a:p>
            <a:r>
              <a:rPr lang="en-US" sz="2600" b="1" dirty="0">
                <a:latin typeface="David" panose="020E0502060401010101" pitchFamily="34" charset="-79"/>
                <a:cs typeface="David" panose="020E0502060401010101" pitchFamily="34" charset="-79"/>
              </a:rPr>
              <a:t>The Goal: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Not just identifying tasks, but structuring them (Who, What, When) and flagging uncertainty.</a:t>
            </a:r>
          </a:p>
          <a:p>
            <a:pPr>
              <a:lnSpc>
                <a:spcPct val="100000"/>
              </a:lnSpc>
            </a:pPr>
            <a:endParaRPr lang="he-IL" sz="13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1239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5F50A-AAA3-B0CB-05B4-8DEEE0F0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F308EB2-5F00-0144-4C12-BA1F750E0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970706B7-CE37-3FBE-D01F-71073F2878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AF58A30D-1BC2-6FA0-E517-8D472AB4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410712" cy="1664208"/>
          </a:xfrm>
        </p:spPr>
        <p:txBody>
          <a:bodyPr>
            <a:normAutofit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Project Task Description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3DA153-BA84-8CEC-FE70-4D953674C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414321-3724-246D-BAD8-F18F07BF4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241EE7B-A5B4-ED16-46E2-67E12836E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8255" y="978408"/>
            <a:ext cx="6929489" cy="53675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Task Definition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ML Task: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Relational Extraction &amp; Uncertainty Estimation (Not just Classification).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Input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: A context-rich meeting segment containing "organizational noise" (slang, interruptions, code-switching).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Output: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Structured JSON object {Assignee, Action, Deadline} + Confidence Score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Goal: 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Extract actionable items while filtering out "hallucinations" or ambiguous commitments.</a:t>
            </a:r>
          </a:p>
        </p:txBody>
      </p:sp>
      <p:pic>
        <p:nvPicPr>
          <p:cNvPr id="9" name="גרפיקה 8" descr="ערימת ספרים">
            <a:extLst>
              <a:ext uri="{FF2B5EF4-FFF2-40B4-BE49-F238E27FC236}">
                <a16:creationId xmlns:a16="http://schemas.microsoft.com/office/drawing/2014/main" id="{530D1B70-E44D-6C4D-A166-1FD667A56A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5011" y="2642616"/>
            <a:ext cx="2923106" cy="292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928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27BEE-6ED3-E13F-CCCF-6F9659B10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807FD8D-B214-658D-772A-8D3A6EC86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B4AC677B-B92B-C007-5C26-95179F9E884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B33D78B4-13D6-EEB6-79B0-C762BB44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410712" cy="1664208"/>
          </a:xfrm>
        </p:spPr>
        <p:txBody>
          <a:bodyPr>
            <a:normAutofit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Models and Methods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AD3D51-3FBC-A3D5-CC0F-9DCE98A96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DE6CBB-A957-1FBF-F38B-51269B5F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23F1A11-C949-A58D-87DF-54D333D76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8255" y="978408"/>
            <a:ext cx="6929489" cy="53675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b="1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00000"/>
              </a:lnSpc>
            </a:pPr>
            <a:endParaRPr lang="en-US" b="1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Step 1: 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Data Generation (LLM simulator for noisy meetings).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Step 2: 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Extraction Model (Fine-tuned Llama/Mistral).</a:t>
            </a:r>
            <a:b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en-US" sz="2400" b="1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Step 3: 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Validation Layer (Checking for missing info/hallucinations)</a:t>
            </a:r>
          </a:p>
        </p:txBody>
      </p:sp>
      <p:pic>
        <p:nvPicPr>
          <p:cNvPr id="8" name="גרפיקה 7" descr="מmolecule">
            <a:extLst>
              <a:ext uri="{FF2B5EF4-FFF2-40B4-BE49-F238E27FC236}">
                <a16:creationId xmlns:a16="http://schemas.microsoft.com/office/drawing/2014/main" id="{60937224-CF41-FD00-85F9-486B59C1DC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7870" y="2541089"/>
            <a:ext cx="3348592" cy="334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91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6C213-3B43-12D2-2E8C-07DC2FDF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67E333A-437F-589E-95C5-BD9DB969A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C851E6D2-5A22-6B6B-753D-17FBAE18191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92FB9F33-C977-DDE2-4B19-A231923D4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410712" cy="1664208"/>
          </a:xfrm>
        </p:spPr>
        <p:txBody>
          <a:bodyPr>
            <a:normAutofit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Data Specification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B36722-0FD3-44B3-D99C-B8FD8828B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4E7430-E8D6-6677-64B0-82C1ADE82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CEFC504-7146-B04B-1E8E-CB0F7D7CC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8255" y="978408"/>
            <a:ext cx="6929489" cy="53675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The Gap: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No dataset exists for Israeli corporate culture.</a:t>
            </a:r>
          </a:p>
          <a:p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Our Data: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Generating 500+ examples of "Messy" meetings.</a:t>
            </a:r>
          </a:p>
          <a:p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Attributes: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Slang, Code-Switching (Hebrew/English), Interruptions.</a:t>
            </a:r>
          </a:p>
          <a:p>
            <a:pPr>
              <a:lnSpc>
                <a:spcPct val="100000"/>
              </a:lnSpc>
            </a:pPr>
            <a:endParaRPr lang="en-US" b="1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6" name="גרפיקה 5" descr="מנורה">
            <a:extLst>
              <a:ext uri="{FF2B5EF4-FFF2-40B4-BE49-F238E27FC236}">
                <a16:creationId xmlns:a16="http://schemas.microsoft.com/office/drawing/2014/main" id="{8FAC3E31-AAC5-20A4-A8C6-B505369072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2860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394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79661-C8B9-7AAA-36FA-79F6E282F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A21E9C4-571B-4ACB-2F0D-4627628A8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CE3F3D13-D72D-EAA7-23DA-278552B4520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86038123-06B8-9DD2-A56F-56A400194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410712" cy="166420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Evaluation Metrics &amp; KPIs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FAEA66-B583-854F-AE18-7133DD061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E975C8-84EB-842B-9700-E6899A9A0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4F60E77-C15B-B26F-77EE-93DF7BEE9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8255" y="978408"/>
            <a:ext cx="6929489" cy="536752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endParaRPr lang="en-US" b="1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Extraction Accuracy (Exact Match):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Measuring the percentage of correctly extracted JSON fields (Correct Assignee + Correct Action Description).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Hallucination Rate (Reliability):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Measuring how often the model invents a task where none exists (False Positives) – crucial for user trust.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Confidence </a:t>
            </a:r>
            <a:r>
              <a:rPr lang="en-US" sz="2400" b="1" dirty="0" err="1">
                <a:latin typeface="David" panose="020E0502060401010101" pitchFamily="34" charset="-79"/>
                <a:cs typeface="David" panose="020E0502060401010101" pitchFamily="34" charset="-79"/>
              </a:rPr>
              <a:t>Calibration: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Validating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that "Low Confidence" scores actually correlate with vague or ambiguous inputs.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Baseline: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Comparing our Fine-Tuned model against standard Zero-Shot GPT-4 performance.</a:t>
            </a:r>
          </a:p>
          <a:p>
            <a:pPr>
              <a:lnSpc>
                <a:spcPct val="100000"/>
              </a:lnSpc>
            </a:pPr>
            <a:endParaRPr lang="en-US" sz="2400" b="1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7" name="גרפיקה 6" descr="גרף ושלב משטחי זינוק נייר עם עיפרון">
            <a:extLst>
              <a:ext uri="{FF2B5EF4-FFF2-40B4-BE49-F238E27FC236}">
                <a16:creationId xmlns:a16="http://schemas.microsoft.com/office/drawing/2014/main" id="{9851D0C2-285E-B32B-DEC6-CFDBCAD3DF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328" y="3305121"/>
            <a:ext cx="2574471" cy="257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1170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333</Words>
  <Application>Microsoft Office PowerPoint</Application>
  <PresentationFormat>מסך רחב</PresentationFormat>
  <Paragraphs>53</Paragraphs>
  <Slides>6</Slides>
  <Notes>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1" baseType="lpstr">
      <vt:lpstr>Aptos</vt:lpstr>
      <vt:lpstr>Arial</vt:lpstr>
      <vt:lpstr>Bierstadt</vt:lpstr>
      <vt:lpstr>David</vt:lpstr>
      <vt:lpstr>GestaltVTI</vt:lpstr>
      <vt:lpstr>Project Proposal – Extracting Action Items from Unstructured &amp; Noisy Meeting Data   </vt:lpstr>
      <vt:lpstr>Motivating Use Case</vt:lpstr>
      <vt:lpstr>Project Task Description</vt:lpstr>
      <vt:lpstr>Models and Methods</vt:lpstr>
      <vt:lpstr>Data Specification</vt:lpstr>
      <vt:lpstr>Evaluation Metrics &amp; KPIs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Chaim Meir Weinberg</dc:creator>
  <cp:lastModifiedBy>Chaim Meir Weinberg</cp:lastModifiedBy>
  <cp:revision>2</cp:revision>
  <dcterms:created xsi:type="dcterms:W3CDTF">2025-11-05T17:19:25Z</dcterms:created>
  <dcterms:modified xsi:type="dcterms:W3CDTF">2025-11-25T22:04:29Z</dcterms:modified>
</cp:coreProperties>
</file>